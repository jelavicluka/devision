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Clash Display Medium" charset="1" panose="00000000000000000000"/>
      <p:regular r:id="rId18"/>
    </p:embeddedFont>
    <p:embeddedFont>
      <p:font typeface="Clash Display Bold" charset="1" panose="00000000000000000000"/>
      <p:regular r:id="rId19"/>
    </p:embeddedFont>
    <p:embeddedFont>
      <p:font typeface="Agrandir Heavy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VAHT-KA8lO0.mp4" Type="http://schemas.openxmlformats.org/officeDocument/2006/relationships/video"/><Relationship Id="rId4" Target="../media/VAHT-KA8lO0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904" y="478660"/>
            <a:ext cx="3737977" cy="1100080"/>
            <a:chOff x="0" y="0"/>
            <a:chExt cx="4983969" cy="14667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66064" y="-38100"/>
              <a:ext cx="4917905" cy="1358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16"/>
                </a:lnSpc>
              </a:pPr>
              <a:r>
                <a:rPr lang="en-US" b="true" sz="6536" spc="-45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DeVision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9656"/>
              <a:ext cx="4983969" cy="267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18"/>
                </a:lnSpc>
                <a:spcBef>
                  <a:spcPct val="0"/>
                </a:spcBef>
              </a:pPr>
              <a:r>
                <a:rPr lang="en-US" sz="1320" spc="83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MARKETING AGENCY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69795" y="3910375"/>
            <a:ext cx="14548410" cy="135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3"/>
              </a:lnSpc>
            </a:pPr>
            <a:r>
              <a:rPr lang="en-US" b="true" sz="93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 MAKE BRANDS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53583" y="7050133"/>
            <a:ext cx="10180834" cy="50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</a:pPr>
            <a:r>
              <a:rPr lang="en-US" sz="2735" spc="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Strategija, sadržaj i oglašavanje koje donosi rezultate.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05400"/>
            <a:ext cx="16230600" cy="135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3"/>
              </a:lnSpc>
            </a:pPr>
            <a:r>
              <a:rPr lang="en-US" b="true" sz="9379">
                <a:solidFill>
                  <a:srgbClr val="FF3CB4"/>
                </a:solidFill>
                <a:latin typeface="Poppins Bold"/>
                <a:ea typeface="Poppins Bold"/>
                <a:cs typeface="Poppins Bold"/>
                <a:sym typeface="Poppins Bold"/>
              </a:rPr>
              <a:t> IMPOSSIBLE TO IGNORE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C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2950">
            <a:off x="11887504" y="-2359716"/>
            <a:ext cx="3141594" cy="4712392"/>
            <a:chOff x="0" y="0"/>
            <a:chExt cx="6350000" cy="952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952950">
            <a:off x="13229913" y="2358316"/>
            <a:ext cx="3141594" cy="4712392"/>
            <a:chOff x="0" y="0"/>
            <a:chExt cx="6350000" cy="952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952950">
            <a:off x="15780759" y="-888219"/>
            <a:ext cx="3141594" cy="4712392"/>
            <a:chOff x="0" y="0"/>
            <a:chExt cx="6350000" cy="952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0" t="-9259" r="0" b="-925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952950">
            <a:off x="8785554" y="-888219"/>
            <a:ext cx="3141594" cy="4712392"/>
            <a:chOff x="0" y="0"/>
            <a:chExt cx="6350000" cy="952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5"/>
              <a:stretch>
                <a:fillRect l="0" t="-9259" r="0" b="-925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952950">
            <a:off x="14571875" y="7074772"/>
            <a:ext cx="3141594" cy="4712392"/>
            <a:chOff x="0" y="0"/>
            <a:chExt cx="6350000" cy="952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6"/>
              <a:stretch>
                <a:fillRect l="0" t="-9259" r="0" b="-92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-952950">
            <a:off x="17122720" y="3828237"/>
            <a:ext cx="3141594" cy="4712392"/>
            <a:chOff x="0" y="0"/>
            <a:chExt cx="6350000" cy="952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952950">
            <a:off x="11469476" y="8544692"/>
            <a:ext cx="3141594" cy="4712392"/>
            <a:chOff x="0" y="0"/>
            <a:chExt cx="6350000" cy="952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8"/>
              <a:stretch>
                <a:fillRect l="0" t="-9259" r="0" b="-925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-952950">
            <a:off x="10127515" y="3828237"/>
            <a:ext cx="3141594" cy="4712392"/>
            <a:chOff x="0" y="0"/>
            <a:chExt cx="6350000" cy="952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9"/>
              <a:stretch>
                <a:fillRect l="0" t="-9259" r="0" b="-925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873758" y="2249893"/>
            <a:ext cx="5781212" cy="574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3139" b="true">
                <a:solidFill>
                  <a:srgbClr val="FFFCAF"/>
                </a:solidFill>
                <a:latin typeface="Poppins Bold"/>
                <a:ea typeface="Poppins Bold"/>
                <a:cs typeface="Poppins Bold"/>
                <a:sym typeface="Poppins Bold"/>
              </a:rPr>
              <a:t>DeVision je marketinška agencija koja spaja strategiju, kreativnost i izvedbu.</a:t>
            </a:r>
          </a:p>
          <a:p>
            <a:pPr algn="l">
              <a:lnSpc>
                <a:spcPts val="3798"/>
              </a:lnSpc>
            </a:pPr>
          </a:p>
          <a:p>
            <a:pPr algn="l">
              <a:lnSpc>
                <a:spcPts val="3798"/>
              </a:lnSpc>
            </a:pPr>
            <a:r>
              <a:rPr lang="en-US" sz="3139">
                <a:solidFill>
                  <a:srgbClr val="FFFCAF"/>
                </a:solidFill>
                <a:latin typeface="Poppins"/>
                <a:ea typeface="Poppins"/>
                <a:cs typeface="Poppins"/>
                <a:sym typeface="Poppins"/>
              </a:rPr>
              <a:t>Od društvenih mreža i sadržaja do digitalnog oglašavanja, weba, dizajna i evenata -stvaramo cjelovitu komunikaciju koja gradi prepoznatljive i snažne brendove.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3498" y="1950069"/>
            <a:ext cx="12887588" cy="386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491" indent="-373246" lvl="1">
              <a:lnSpc>
                <a:spcPts val="5117"/>
              </a:lnSpc>
              <a:buFont typeface="Arial"/>
              <a:buChar char="•"/>
            </a:pPr>
            <a:r>
              <a:rPr lang="en-US" sz="3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DRUŠTVENE MREŽE I SADRŽAJ</a:t>
            </a:r>
          </a:p>
          <a:p>
            <a:pPr algn="l" marL="746491" indent="-373246" lvl="1">
              <a:lnSpc>
                <a:spcPts val="5117"/>
              </a:lnSpc>
              <a:buFont typeface="Arial"/>
              <a:buChar char="•"/>
            </a:pPr>
            <a:r>
              <a:rPr lang="en-US" sz="3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DIGITALNI MARKETING I OGLAŠAVANJE</a:t>
            </a:r>
          </a:p>
          <a:p>
            <a:pPr algn="l" marL="746491" indent="-373246" lvl="1">
              <a:lnSpc>
                <a:spcPts val="5117"/>
              </a:lnSpc>
              <a:buFont typeface="Arial"/>
              <a:buChar char="•"/>
            </a:pPr>
            <a:r>
              <a:rPr lang="en-US" sz="3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BRENDING I STRATEGIJA</a:t>
            </a:r>
          </a:p>
          <a:p>
            <a:pPr algn="l" marL="746491" indent="-373246" lvl="1">
              <a:lnSpc>
                <a:spcPts val="5117"/>
              </a:lnSpc>
              <a:buFont typeface="Arial"/>
              <a:buChar char="•"/>
            </a:pPr>
            <a:r>
              <a:rPr lang="en-US" sz="3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DIZAJN I MEDIJSKO OGLAŠAVANJE</a:t>
            </a:r>
          </a:p>
          <a:p>
            <a:pPr algn="l" marL="746491" indent="-373246" lvl="1">
              <a:lnSpc>
                <a:spcPts val="5117"/>
              </a:lnSpc>
              <a:buFont typeface="Arial"/>
              <a:buChar char="•"/>
            </a:pPr>
            <a:r>
              <a:rPr lang="en-US" sz="3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 I SEO</a:t>
            </a:r>
          </a:p>
          <a:p>
            <a:pPr algn="l" marL="746491" indent="-373246" lvl="1">
              <a:lnSpc>
                <a:spcPts val="5117"/>
              </a:lnSpc>
              <a:buFont typeface="Arial"/>
              <a:buChar char="•"/>
            </a:pPr>
            <a:r>
              <a:rPr lang="en-US" sz="3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EVENTI I AKTIVACIJE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9096" y="684269"/>
            <a:ext cx="5468082" cy="138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4"/>
              </a:lnSpc>
              <a:spcBef>
                <a:spcPct val="0"/>
              </a:spcBef>
            </a:pPr>
            <a:r>
              <a:rPr lang="en-US" b="true" sz="8838">
                <a:solidFill>
                  <a:srgbClr val="FFFCAF"/>
                </a:solidFill>
                <a:latin typeface="Poppins Bold"/>
                <a:ea typeface="Poppins Bold"/>
                <a:cs typeface="Poppins Bold"/>
                <a:sym typeface="Poppins Bold"/>
              </a:rPr>
              <a:t>USLUGE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715766" y="8202827"/>
            <a:ext cx="19833482" cy="2543187"/>
            <a:chOff x="0" y="0"/>
            <a:chExt cx="4257732" cy="5459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57732" cy="545956"/>
            </a:xfrm>
            <a:custGeom>
              <a:avLst/>
              <a:gdLst/>
              <a:ahLst/>
              <a:cxnLst/>
              <a:rect r="r" b="b" t="t" l="l"/>
              <a:pathLst>
                <a:path h="545956" w="4257732">
                  <a:moveTo>
                    <a:pt x="7624" y="0"/>
                  </a:moveTo>
                  <a:lnTo>
                    <a:pt x="4250108" y="0"/>
                  </a:lnTo>
                  <a:cubicBezTo>
                    <a:pt x="4254319" y="0"/>
                    <a:pt x="4257732" y="3413"/>
                    <a:pt x="4257732" y="7624"/>
                  </a:cubicBezTo>
                  <a:lnTo>
                    <a:pt x="4257732" y="538332"/>
                  </a:lnTo>
                  <a:cubicBezTo>
                    <a:pt x="4257732" y="542543"/>
                    <a:pt x="4254319" y="545956"/>
                    <a:pt x="4250108" y="545956"/>
                  </a:cubicBezTo>
                  <a:lnTo>
                    <a:pt x="7624" y="545956"/>
                  </a:lnTo>
                  <a:cubicBezTo>
                    <a:pt x="3413" y="545956"/>
                    <a:pt x="0" y="542543"/>
                    <a:pt x="0" y="538332"/>
                  </a:cubicBezTo>
                  <a:lnTo>
                    <a:pt x="0" y="7624"/>
                  </a:lnTo>
                  <a:cubicBezTo>
                    <a:pt x="0" y="3413"/>
                    <a:pt x="3413" y="0"/>
                    <a:pt x="76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57732" cy="622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9817" y="8488898"/>
            <a:ext cx="2170875" cy="677893"/>
            <a:chOff x="0" y="0"/>
            <a:chExt cx="1746376" cy="5453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42619" y="63501"/>
              <a:ext cx="77832" cy="78868"/>
            </a:xfrm>
            <a:custGeom>
              <a:avLst/>
              <a:gdLst/>
              <a:ahLst/>
              <a:cxnLst/>
              <a:rect r="r" b="b" t="t" l="l"/>
              <a:pathLst>
                <a:path h="78868" w="77832">
                  <a:moveTo>
                    <a:pt x="9819" y="60071"/>
                  </a:moveTo>
                  <a:cubicBezTo>
                    <a:pt x="9819" y="61468"/>
                    <a:pt x="10178" y="62357"/>
                    <a:pt x="11017" y="62611"/>
                  </a:cubicBezTo>
                  <a:cubicBezTo>
                    <a:pt x="11136" y="62738"/>
                    <a:pt x="11256" y="62738"/>
                    <a:pt x="11256" y="62738"/>
                  </a:cubicBezTo>
                  <a:lnTo>
                    <a:pt x="77233" y="62738"/>
                  </a:lnTo>
                  <a:lnTo>
                    <a:pt x="77233" y="78867"/>
                  </a:lnTo>
                  <a:lnTo>
                    <a:pt x="7903" y="78867"/>
                  </a:lnTo>
                  <a:cubicBezTo>
                    <a:pt x="4670" y="78867"/>
                    <a:pt x="2395" y="76581"/>
                    <a:pt x="958" y="72136"/>
                  </a:cubicBezTo>
                  <a:cubicBezTo>
                    <a:pt x="240" y="69977"/>
                    <a:pt x="0" y="67691"/>
                    <a:pt x="0" y="65151"/>
                  </a:cubicBezTo>
                  <a:lnTo>
                    <a:pt x="0" y="13208"/>
                  </a:lnTo>
                  <a:cubicBezTo>
                    <a:pt x="0" y="7620"/>
                    <a:pt x="1317" y="3810"/>
                    <a:pt x="4072" y="1524"/>
                  </a:cubicBezTo>
                  <a:cubicBezTo>
                    <a:pt x="5269" y="508"/>
                    <a:pt x="6586" y="0"/>
                    <a:pt x="8023" y="0"/>
                  </a:cubicBezTo>
                  <a:lnTo>
                    <a:pt x="77832" y="0"/>
                  </a:lnTo>
                  <a:lnTo>
                    <a:pt x="77832" y="15748"/>
                  </a:lnTo>
                  <a:lnTo>
                    <a:pt x="11496" y="15748"/>
                  </a:lnTo>
                  <a:cubicBezTo>
                    <a:pt x="10298" y="15748"/>
                    <a:pt x="9819" y="16891"/>
                    <a:pt x="9819" y="19050"/>
                  </a:cubicBez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51632" y="63501"/>
              <a:ext cx="77353" cy="78868"/>
            </a:xfrm>
            <a:custGeom>
              <a:avLst/>
              <a:gdLst/>
              <a:ahLst/>
              <a:cxnLst/>
              <a:rect r="r" b="b" t="t" l="l"/>
              <a:pathLst>
                <a:path h="78868" w="77353">
                  <a:moveTo>
                    <a:pt x="69330" y="78867"/>
                  </a:moveTo>
                  <a:lnTo>
                    <a:pt x="0" y="78867"/>
                  </a:lnTo>
                  <a:lnTo>
                    <a:pt x="0" y="62992"/>
                  </a:lnTo>
                  <a:cubicBezTo>
                    <a:pt x="0" y="62992"/>
                    <a:pt x="22032" y="62865"/>
                    <a:pt x="66217" y="62738"/>
                  </a:cubicBezTo>
                  <a:cubicBezTo>
                    <a:pt x="66935" y="62738"/>
                    <a:pt x="67414" y="62103"/>
                    <a:pt x="67534" y="60833"/>
                  </a:cubicBezTo>
                  <a:cubicBezTo>
                    <a:pt x="67534" y="60579"/>
                    <a:pt x="67654" y="60452"/>
                    <a:pt x="67654" y="60198"/>
                  </a:cubicBezTo>
                  <a:lnTo>
                    <a:pt x="67534" y="48133"/>
                  </a:lnTo>
                  <a:lnTo>
                    <a:pt x="67534" y="48006"/>
                  </a:lnTo>
                  <a:lnTo>
                    <a:pt x="0" y="48006"/>
                  </a:lnTo>
                  <a:lnTo>
                    <a:pt x="0" y="13208"/>
                  </a:lnTo>
                  <a:cubicBezTo>
                    <a:pt x="0" y="7620"/>
                    <a:pt x="1317" y="3810"/>
                    <a:pt x="4071" y="1524"/>
                  </a:cubicBezTo>
                  <a:cubicBezTo>
                    <a:pt x="5269" y="508"/>
                    <a:pt x="6586" y="0"/>
                    <a:pt x="8023" y="0"/>
                  </a:cubicBezTo>
                  <a:lnTo>
                    <a:pt x="77233" y="0"/>
                  </a:lnTo>
                  <a:lnTo>
                    <a:pt x="77233" y="15875"/>
                  </a:lnTo>
                  <a:lnTo>
                    <a:pt x="11136" y="15748"/>
                  </a:lnTo>
                  <a:cubicBezTo>
                    <a:pt x="10417" y="15748"/>
                    <a:pt x="9939" y="16383"/>
                    <a:pt x="9819" y="17526"/>
                  </a:cubicBezTo>
                  <a:cubicBezTo>
                    <a:pt x="9819" y="17780"/>
                    <a:pt x="9699" y="17907"/>
                    <a:pt x="9699" y="18161"/>
                  </a:cubicBezTo>
                  <a:lnTo>
                    <a:pt x="9699" y="32258"/>
                  </a:lnTo>
                  <a:lnTo>
                    <a:pt x="77353" y="32258"/>
                  </a:lnTo>
                  <a:lnTo>
                    <a:pt x="77353" y="65532"/>
                  </a:lnTo>
                  <a:cubicBezTo>
                    <a:pt x="77353" y="71120"/>
                    <a:pt x="76036" y="75057"/>
                    <a:pt x="73401" y="77343"/>
                  </a:cubicBezTo>
                  <a:cubicBezTo>
                    <a:pt x="72204" y="78359"/>
                    <a:pt x="70887" y="78867"/>
                    <a:pt x="69450" y="78867"/>
                  </a:cubicBez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45661" y="63501"/>
              <a:ext cx="77353" cy="78868"/>
            </a:xfrm>
            <a:custGeom>
              <a:avLst/>
              <a:gdLst/>
              <a:ahLst/>
              <a:cxnLst/>
              <a:rect r="r" b="b" t="t" l="l"/>
              <a:pathLst>
                <a:path h="78868" w="77353">
                  <a:moveTo>
                    <a:pt x="69330" y="78867"/>
                  </a:moveTo>
                  <a:lnTo>
                    <a:pt x="0" y="78867"/>
                  </a:lnTo>
                  <a:lnTo>
                    <a:pt x="0" y="62992"/>
                  </a:lnTo>
                  <a:cubicBezTo>
                    <a:pt x="0" y="62992"/>
                    <a:pt x="22032" y="62865"/>
                    <a:pt x="66217" y="62738"/>
                  </a:cubicBezTo>
                  <a:cubicBezTo>
                    <a:pt x="66935" y="62738"/>
                    <a:pt x="67414" y="62103"/>
                    <a:pt x="67534" y="60833"/>
                  </a:cubicBezTo>
                  <a:cubicBezTo>
                    <a:pt x="67534" y="60579"/>
                    <a:pt x="67654" y="60452"/>
                    <a:pt x="67654" y="60198"/>
                  </a:cubicBezTo>
                  <a:lnTo>
                    <a:pt x="67534" y="48133"/>
                  </a:lnTo>
                  <a:lnTo>
                    <a:pt x="67534" y="48006"/>
                  </a:lnTo>
                  <a:lnTo>
                    <a:pt x="0" y="48006"/>
                  </a:lnTo>
                  <a:lnTo>
                    <a:pt x="0" y="13208"/>
                  </a:lnTo>
                  <a:cubicBezTo>
                    <a:pt x="0" y="7620"/>
                    <a:pt x="1317" y="3810"/>
                    <a:pt x="4071" y="1524"/>
                  </a:cubicBezTo>
                  <a:cubicBezTo>
                    <a:pt x="5269" y="508"/>
                    <a:pt x="6586" y="0"/>
                    <a:pt x="8023" y="0"/>
                  </a:cubicBezTo>
                  <a:lnTo>
                    <a:pt x="77233" y="0"/>
                  </a:lnTo>
                  <a:lnTo>
                    <a:pt x="77233" y="15875"/>
                  </a:lnTo>
                  <a:lnTo>
                    <a:pt x="11136" y="15748"/>
                  </a:lnTo>
                  <a:cubicBezTo>
                    <a:pt x="10417" y="15748"/>
                    <a:pt x="9939" y="16383"/>
                    <a:pt x="9819" y="17526"/>
                  </a:cubicBezTo>
                  <a:cubicBezTo>
                    <a:pt x="9819" y="17780"/>
                    <a:pt x="9699" y="17907"/>
                    <a:pt x="9699" y="18161"/>
                  </a:cubicBezTo>
                  <a:lnTo>
                    <a:pt x="9699" y="32258"/>
                  </a:lnTo>
                  <a:lnTo>
                    <a:pt x="77353" y="32258"/>
                  </a:lnTo>
                  <a:lnTo>
                    <a:pt x="77353" y="65532"/>
                  </a:lnTo>
                  <a:cubicBezTo>
                    <a:pt x="77353" y="71120"/>
                    <a:pt x="76036" y="75057"/>
                    <a:pt x="73401" y="77343"/>
                  </a:cubicBezTo>
                  <a:cubicBezTo>
                    <a:pt x="72204" y="78359"/>
                    <a:pt x="70887" y="78867"/>
                    <a:pt x="69450" y="78867"/>
                  </a:cubicBez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60293" y="63501"/>
              <a:ext cx="77353" cy="78741"/>
            </a:xfrm>
            <a:custGeom>
              <a:avLst/>
              <a:gdLst/>
              <a:ahLst/>
              <a:cxnLst/>
              <a:rect r="r" b="b" t="t" l="l"/>
              <a:pathLst>
                <a:path h="78741" w="77353">
                  <a:moveTo>
                    <a:pt x="0" y="0"/>
                  </a:moveTo>
                  <a:lnTo>
                    <a:pt x="77353" y="0"/>
                  </a:lnTo>
                  <a:lnTo>
                    <a:pt x="77353" y="15748"/>
                  </a:lnTo>
                  <a:lnTo>
                    <a:pt x="43346" y="15748"/>
                  </a:lnTo>
                  <a:lnTo>
                    <a:pt x="43346" y="78740"/>
                  </a:lnTo>
                  <a:lnTo>
                    <a:pt x="33527" y="78740"/>
                  </a:lnTo>
                  <a:lnTo>
                    <a:pt x="33527" y="15748"/>
                  </a:lnTo>
                  <a:lnTo>
                    <a:pt x="0" y="15748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054202" y="63501"/>
              <a:ext cx="77592" cy="78868"/>
            </a:xfrm>
            <a:custGeom>
              <a:avLst/>
              <a:gdLst/>
              <a:ahLst/>
              <a:cxnLst/>
              <a:rect r="r" b="b" t="t" l="l"/>
              <a:pathLst>
                <a:path h="78868" w="77592">
                  <a:moveTo>
                    <a:pt x="67774" y="53213"/>
                  </a:moveTo>
                  <a:lnTo>
                    <a:pt x="67774" y="0"/>
                  </a:lnTo>
                  <a:lnTo>
                    <a:pt x="77592" y="0"/>
                  </a:lnTo>
                  <a:lnTo>
                    <a:pt x="77592" y="78867"/>
                  </a:lnTo>
                  <a:lnTo>
                    <a:pt x="9819" y="25654"/>
                  </a:lnTo>
                  <a:lnTo>
                    <a:pt x="9819" y="78867"/>
                  </a:lnTo>
                  <a:lnTo>
                    <a:pt x="0" y="78867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48351" y="63501"/>
              <a:ext cx="77113" cy="78868"/>
            </a:xfrm>
            <a:custGeom>
              <a:avLst/>
              <a:gdLst/>
              <a:ahLst/>
              <a:cxnLst/>
              <a:rect r="r" b="b" t="t" l="l"/>
              <a:pathLst>
                <a:path h="78868" w="77113">
                  <a:moveTo>
                    <a:pt x="9579" y="48006"/>
                  </a:moveTo>
                  <a:lnTo>
                    <a:pt x="9579" y="62611"/>
                  </a:lnTo>
                  <a:lnTo>
                    <a:pt x="77113" y="62611"/>
                  </a:lnTo>
                  <a:lnTo>
                    <a:pt x="77113" y="78867"/>
                  </a:lnTo>
                  <a:lnTo>
                    <a:pt x="0" y="78867"/>
                  </a:lnTo>
                  <a:lnTo>
                    <a:pt x="0" y="0"/>
                  </a:lnTo>
                  <a:lnTo>
                    <a:pt x="77113" y="0"/>
                  </a:lnTo>
                  <a:lnTo>
                    <a:pt x="77113" y="15875"/>
                  </a:lnTo>
                  <a:lnTo>
                    <a:pt x="9579" y="15875"/>
                  </a:lnTo>
                  <a:lnTo>
                    <a:pt x="9579" y="32258"/>
                  </a:lnTo>
                  <a:lnTo>
                    <a:pt x="43945" y="32258"/>
                  </a:lnTo>
                  <a:lnTo>
                    <a:pt x="43945" y="48006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39810" y="63501"/>
              <a:ext cx="77113" cy="78868"/>
            </a:xfrm>
            <a:custGeom>
              <a:avLst/>
              <a:gdLst/>
              <a:ahLst/>
              <a:cxnLst/>
              <a:rect r="r" b="b" t="t" l="l"/>
              <a:pathLst>
                <a:path h="78868" w="77113">
                  <a:moveTo>
                    <a:pt x="9459" y="48006"/>
                  </a:moveTo>
                  <a:lnTo>
                    <a:pt x="9459" y="62611"/>
                  </a:lnTo>
                  <a:lnTo>
                    <a:pt x="76993" y="62611"/>
                  </a:lnTo>
                  <a:lnTo>
                    <a:pt x="76993" y="78867"/>
                  </a:lnTo>
                  <a:lnTo>
                    <a:pt x="0" y="78867"/>
                  </a:lnTo>
                  <a:lnTo>
                    <a:pt x="0" y="0"/>
                  </a:lnTo>
                  <a:lnTo>
                    <a:pt x="77113" y="0"/>
                  </a:lnTo>
                  <a:lnTo>
                    <a:pt x="77113" y="15875"/>
                  </a:lnTo>
                  <a:lnTo>
                    <a:pt x="9459" y="15875"/>
                  </a:lnTo>
                  <a:lnTo>
                    <a:pt x="9459" y="32258"/>
                  </a:lnTo>
                  <a:lnTo>
                    <a:pt x="43825" y="32258"/>
                  </a:lnTo>
                  <a:lnTo>
                    <a:pt x="43825" y="48006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3839" y="63501"/>
              <a:ext cx="77473" cy="78868"/>
            </a:xfrm>
            <a:custGeom>
              <a:avLst/>
              <a:gdLst/>
              <a:ahLst/>
              <a:cxnLst/>
              <a:rect r="r" b="b" t="t" l="l"/>
              <a:pathLst>
                <a:path h="78868" w="77473">
                  <a:moveTo>
                    <a:pt x="67653" y="53213"/>
                  </a:moveTo>
                  <a:lnTo>
                    <a:pt x="67653" y="0"/>
                  </a:lnTo>
                  <a:lnTo>
                    <a:pt x="77472" y="0"/>
                  </a:lnTo>
                  <a:lnTo>
                    <a:pt x="77472" y="78867"/>
                  </a:lnTo>
                  <a:lnTo>
                    <a:pt x="9699" y="25654"/>
                  </a:lnTo>
                  <a:lnTo>
                    <a:pt x="9699" y="78867"/>
                  </a:lnTo>
                  <a:lnTo>
                    <a:pt x="0" y="78867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27868" y="63501"/>
              <a:ext cx="77353" cy="78741"/>
            </a:xfrm>
            <a:custGeom>
              <a:avLst/>
              <a:gdLst/>
              <a:ahLst/>
              <a:cxnLst/>
              <a:rect r="r" b="b" t="t" l="l"/>
              <a:pathLst>
                <a:path h="78741" w="77353">
                  <a:moveTo>
                    <a:pt x="0" y="0"/>
                  </a:moveTo>
                  <a:lnTo>
                    <a:pt x="77353" y="0"/>
                  </a:lnTo>
                  <a:lnTo>
                    <a:pt x="77353" y="15748"/>
                  </a:lnTo>
                  <a:lnTo>
                    <a:pt x="43346" y="15748"/>
                  </a:lnTo>
                  <a:lnTo>
                    <a:pt x="43346" y="78740"/>
                  </a:lnTo>
                  <a:lnTo>
                    <a:pt x="33647" y="78740"/>
                  </a:lnTo>
                  <a:lnTo>
                    <a:pt x="33647" y="15748"/>
                  </a:lnTo>
                  <a:lnTo>
                    <a:pt x="119" y="15748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9790" y="63501"/>
              <a:ext cx="9579" cy="78868"/>
            </a:xfrm>
            <a:custGeom>
              <a:avLst/>
              <a:gdLst/>
              <a:ahLst/>
              <a:cxnLst/>
              <a:rect r="r" b="b" t="t" l="l"/>
              <a:pathLst>
                <a:path h="78868" w="9579">
                  <a:moveTo>
                    <a:pt x="0" y="78867"/>
                  </a:moveTo>
                  <a:lnTo>
                    <a:pt x="9579" y="78867"/>
                  </a:lnTo>
                  <a:lnTo>
                    <a:pt x="95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1664" y="63501"/>
              <a:ext cx="77353" cy="78868"/>
            </a:xfrm>
            <a:custGeom>
              <a:avLst/>
              <a:gdLst/>
              <a:ahLst/>
              <a:cxnLst/>
              <a:rect r="r" b="b" t="t" l="l"/>
              <a:pathLst>
                <a:path h="78868" w="77353">
                  <a:moveTo>
                    <a:pt x="0" y="0"/>
                  </a:moveTo>
                  <a:lnTo>
                    <a:pt x="77352" y="0"/>
                  </a:lnTo>
                  <a:lnTo>
                    <a:pt x="77352" y="15875"/>
                  </a:lnTo>
                  <a:lnTo>
                    <a:pt x="9699" y="15875"/>
                  </a:lnTo>
                  <a:lnTo>
                    <a:pt x="9699" y="32258"/>
                  </a:lnTo>
                  <a:lnTo>
                    <a:pt x="77352" y="32258"/>
                  </a:lnTo>
                  <a:lnTo>
                    <a:pt x="77352" y="48006"/>
                  </a:lnTo>
                  <a:lnTo>
                    <a:pt x="9699" y="48006"/>
                  </a:lnTo>
                  <a:lnTo>
                    <a:pt x="9699" y="78867"/>
                  </a:lnTo>
                  <a:lnTo>
                    <a:pt x="0" y="78867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266024" y="63501"/>
              <a:ext cx="77353" cy="78868"/>
            </a:xfrm>
            <a:custGeom>
              <a:avLst/>
              <a:gdLst/>
              <a:ahLst/>
              <a:cxnLst/>
              <a:rect r="r" b="b" t="t" l="l"/>
              <a:pathLst>
                <a:path h="78868" w="77353">
                  <a:moveTo>
                    <a:pt x="66337" y="15748"/>
                  </a:moveTo>
                  <a:lnTo>
                    <a:pt x="11376" y="15748"/>
                  </a:lnTo>
                  <a:cubicBezTo>
                    <a:pt x="10538" y="15748"/>
                    <a:pt x="10178" y="16383"/>
                    <a:pt x="10059" y="17526"/>
                  </a:cubicBezTo>
                  <a:cubicBezTo>
                    <a:pt x="10059" y="17780"/>
                    <a:pt x="9939" y="17907"/>
                    <a:pt x="9939" y="18161"/>
                  </a:cubicBezTo>
                  <a:cubicBezTo>
                    <a:pt x="9939" y="18923"/>
                    <a:pt x="9939" y="23622"/>
                    <a:pt x="10059" y="32258"/>
                  </a:cubicBezTo>
                  <a:lnTo>
                    <a:pt x="67654" y="32258"/>
                  </a:lnTo>
                  <a:lnTo>
                    <a:pt x="67654" y="18288"/>
                  </a:lnTo>
                  <a:cubicBezTo>
                    <a:pt x="67654" y="17018"/>
                    <a:pt x="67295" y="16256"/>
                    <a:pt x="66577" y="15875"/>
                  </a:cubicBezTo>
                  <a:cubicBezTo>
                    <a:pt x="66457" y="15875"/>
                    <a:pt x="66337" y="15748"/>
                    <a:pt x="66217" y="15748"/>
                  </a:cubicBezTo>
                  <a:moveTo>
                    <a:pt x="69450" y="0"/>
                  </a:moveTo>
                  <a:cubicBezTo>
                    <a:pt x="72803" y="0"/>
                    <a:pt x="75198" y="2286"/>
                    <a:pt x="76515" y="6731"/>
                  </a:cubicBezTo>
                  <a:cubicBezTo>
                    <a:pt x="77114" y="8636"/>
                    <a:pt x="77353" y="10795"/>
                    <a:pt x="77353" y="13208"/>
                  </a:cubicBezTo>
                  <a:lnTo>
                    <a:pt x="77353" y="78740"/>
                  </a:lnTo>
                  <a:lnTo>
                    <a:pt x="67535" y="78740"/>
                  </a:lnTo>
                  <a:lnTo>
                    <a:pt x="67535" y="48006"/>
                  </a:lnTo>
                  <a:lnTo>
                    <a:pt x="9939" y="48006"/>
                  </a:lnTo>
                  <a:lnTo>
                    <a:pt x="9939" y="78867"/>
                  </a:lnTo>
                  <a:lnTo>
                    <a:pt x="0" y="78867"/>
                  </a:lnTo>
                  <a:lnTo>
                    <a:pt x="0" y="13208"/>
                  </a:lnTo>
                  <a:cubicBezTo>
                    <a:pt x="0" y="7620"/>
                    <a:pt x="1318" y="3810"/>
                    <a:pt x="4072" y="1524"/>
                  </a:cubicBezTo>
                  <a:cubicBezTo>
                    <a:pt x="5269" y="508"/>
                    <a:pt x="6586" y="0"/>
                    <a:pt x="8023" y="0"/>
                  </a:cubicBez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72115" y="63501"/>
              <a:ext cx="78550" cy="78868"/>
            </a:xfrm>
            <a:custGeom>
              <a:avLst/>
              <a:gdLst/>
              <a:ahLst/>
              <a:cxnLst/>
              <a:rect r="r" b="b" t="t" l="l"/>
              <a:pathLst>
                <a:path h="78868" w="78550">
                  <a:moveTo>
                    <a:pt x="66337" y="32131"/>
                  </a:moveTo>
                  <a:cubicBezTo>
                    <a:pt x="67055" y="32131"/>
                    <a:pt x="67534" y="31496"/>
                    <a:pt x="67654" y="30353"/>
                  </a:cubicBezTo>
                  <a:cubicBezTo>
                    <a:pt x="67774" y="30099"/>
                    <a:pt x="67774" y="29845"/>
                    <a:pt x="67774" y="29718"/>
                  </a:cubicBezTo>
                  <a:lnTo>
                    <a:pt x="67774" y="18161"/>
                  </a:lnTo>
                  <a:cubicBezTo>
                    <a:pt x="67774" y="16891"/>
                    <a:pt x="67415" y="16129"/>
                    <a:pt x="66696" y="15748"/>
                  </a:cubicBezTo>
                  <a:cubicBezTo>
                    <a:pt x="66576" y="15621"/>
                    <a:pt x="66457" y="15621"/>
                    <a:pt x="66337" y="15621"/>
                  </a:cubicBezTo>
                  <a:lnTo>
                    <a:pt x="9819" y="15621"/>
                  </a:lnTo>
                  <a:lnTo>
                    <a:pt x="9819" y="32131"/>
                  </a:lnTo>
                  <a:moveTo>
                    <a:pt x="47897" y="48006"/>
                  </a:moveTo>
                  <a:lnTo>
                    <a:pt x="9699" y="48006"/>
                  </a:lnTo>
                  <a:lnTo>
                    <a:pt x="9699" y="78867"/>
                  </a:lnTo>
                  <a:lnTo>
                    <a:pt x="0" y="78867"/>
                  </a:lnTo>
                  <a:lnTo>
                    <a:pt x="0" y="0"/>
                  </a:lnTo>
                  <a:lnTo>
                    <a:pt x="69330" y="0"/>
                  </a:lnTo>
                  <a:cubicBezTo>
                    <a:pt x="72683" y="0"/>
                    <a:pt x="75078" y="2286"/>
                    <a:pt x="76395" y="6731"/>
                  </a:cubicBezTo>
                  <a:cubicBezTo>
                    <a:pt x="76994" y="8636"/>
                    <a:pt x="77233" y="10795"/>
                    <a:pt x="77233" y="13208"/>
                  </a:cubicBezTo>
                  <a:lnTo>
                    <a:pt x="77233" y="34671"/>
                  </a:lnTo>
                  <a:cubicBezTo>
                    <a:pt x="77233" y="40259"/>
                    <a:pt x="75916" y="44196"/>
                    <a:pt x="73282" y="46482"/>
                  </a:cubicBezTo>
                  <a:cubicBezTo>
                    <a:pt x="72085" y="47498"/>
                    <a:pt x="70767" y="48006"/>
                    <a:pt x="69330" y="48006"/>
                  </a:cubicBezTo>
                  <a:lnTo>
                    <a:pt x="60110" y="48006"/>
                  </a:lnTo>
                  <a:lnTo>
                    <a:pt x="78551" y="78867"/>
                  </a:lnTo>
                  <a:lnTo>
                    <a:pt x="66217" y="78867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05387" y="74423"/>
              <a:ext cx="181049" cy="192026"/>
            </a:xfrm>
            <a:custGeom>
              <a:avLst/>
              <a:gdLst/>
              <a:ahLst/>
              <a:cxnLst/>
              <a:rect r="r" b="b" t="t" l="l"/>
              <a:pathLst>
                <a:path h="192026" w="181049">
                  <a:moveTo>
                    <a:pt x="90525" y="0"/>
                  </a:moveTo>
                  <a:cubicBezTo>
                    <a:pt x="40473" y="0"/>
                    <a:pt x="0" y="43053"/>
                    <a:pt x="0" y="96013"/>
                  </a:cubicBezTo>
                  <a:cubicBezTo>
                    <a:pt x="0" y="148972"/>
                    <a:pt x="40473" y="192025"/>
                    <a:pt x="90525" y="192025"/>
                  </a:cubicBezTo>
                  <a:cubicBezTo>
                    <a:pt x="140576" y="192025"/>
                    <a:pt x="181049" y="148972"/>
                    <a:pt x="181049" y="96013"/>
                  </a:cubicBezTo>
                  <a:cubicBezTo>
                    <a:pt x="181049" y="43053"/>
                    <a:pt x="140457" y="0"/>
                    <a:pt x="90525" y="0"/>
                  </a:cubicBezTo>
                  <a:moveTo>
                    <a:pt x="129560" y="147829"/>
                  </a:moveTo>
                  <a:lnTo>
                    <a:pt x="51369" y="147829"/>
                  </a:lnTo>
                  <a:lnTo>
                    <a:pt x="51369" y="128271"/>
                  </a:lnTo>
                  <a:lnTo>
                    <a:pt x="129560" y="128271"/>
                  </a:lnTo>
                  <a:close/>
                  <a:moveTo>
                    <a:pt x="129560" y="86234"/>
                  </a:moveTo>
                  <a:lnTo>
                    <a:pt x="51369" y="86234"/>
                  </a:lnTo>
                  <a:lnTo>
                    <a:pt x="51369" y="86360"/>
                  </a:lnTo>
                  <a:lnTo>
                    <a:pt x="129560" y="86360"/>
                  </a:lnTo>
                  <a:close/>
                  <a:moveTo>
                    <a:pt x="129560" y="44323"/>
                  </a:moveTo>
                  <a:lnTo>
                    <a:pt x="51369" y="44323"/>
                  </a:lnTo>
                  <a:lnTo>
                    <a:pt x="129560" y="44323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9990" y="207520"/>
              <a:ext cx="156023" cy="273942"/>
            </a:xfrm>
            <a:custGeom>
              <a:avLst/>
              <a:gdLst/>
              <a:ahLst/>
              <a:cxnLst/>
              <a:rect r="r" b="b" t="t" l="l"/>
              <a:pathLst>
                <a:path h="273942" w="156023">
                  <a:moveTo>
                    <a:pt x="156023" y="0"/>
                  </a:moveTo>
                  <a:lnTo>
                    <a:pt x="156023" y="187835"/>
                  </a:lnTo>
                  <a:cubicBezTo>
                    <a:pt x="156023" y="251208"/>
                    <a:pt x="113994" y="273942"/>
                    <a:pt x="65499" y="273942"/>
                  </a:cubicBezTo>
                  <a:cubicBezTo>
                    <a:pt x="40114" y="273942"/>
                    <a:pt x="15926" y="267845"/>
                    <a:pt x="0" y="260098"/>
                  </a:cubicBezTo>
                  <a:lnTo>
                    <a:pt x="0" y="206250"/>
                  </a:lnTo>
                  <a:cubicBezTo>
                    <a:pt x="14130" y="215521"/>
                    <a:pt x="33648" y="220855"/>
                    <a:pt x="52567" y="220855"/>
                  </a:cubicBezTo>
                  <a:cubicBezTo>
                    <a:pt x="79748" y="220855"/>
                    <a:pt x="101780" y="211584"/>
                    <a:pt x="101780" y="181231"/>
                  </a:cubicBezTo>
                  <a:lnTo>
                    <a:pt x="101780" y="51816"/>
                  </a:lnTo>
                  <a:lnTo>
                    <a:pt x="34246" y="51816"/>
                  </a:lnTo>
                  <a:lnTo>
                    <a:pt x="34246" y="0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60253" y="207520"/>
              <a:ext cx="224635" cy="268989"/>
            </a:xfrm>
            <a:custGeom>
              <a:avLst/>
              <a:gdLst/>
              <a:ahLst/>
              <a:cxnLst/>
              <a:rect r="r" b="b" t="t" l="l"/>
              <a:pathLst>
                <a:path h="268989" w="224635">
                  <a:moveTo>
                    <a:pt x="0" y="268988"/>
                  </a:moveTo>
                  <a:lnTo>
                    <a:pt x="0" y="0"/>
                  </a:lnTo>
                  <a:lnTo>
                    <a:pt x="54363" y="0"/>
                  </a:lnTo>
                  <a:lnTo>
                    <a:pt x="54363" y="106808"/>
                  </a:lnTo>
                  <a:lnTo>
                    <a:pt x="95314" y="106808"/>
                  </a:lnTo>
                  <a:lnTo>
                    <a:pt x="159376" y="0"/>
                  </a:lnTo>
                  <a:lnTo>
                    <a:pt x="219845" y="0"/>
                  </a:lnTo>
                  <a:lnTo>
                    <a:pt x="137703" y="130938"/>
                  </a:lnTo>
                  <a:lnTo>
                    <a:pt x="224635" y="268988"/>
                  </a:lnTo>
                  <a:lnTo>
                    <a:pt x="164525" y="268988"/>
                  </a:lnTo>
                  <a:lnTo>
                    <a:pt x="95314" y="159005"/>
                  </a:lnTo>
                  <a:lnTo>
                    <a:pt x="54363" y="159005"/>
                  </a:lnTo>
                  <a:lnTo>
                    <a:pt x="54363" y="268861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974215" y="207520"/>
              <a:ext cx="203440" cy="50673"/>
            </a:xfrm>
            <a:custGeom>
              <a:avLst/>
              <a:gdLst/>
              <a:ahLst/>
              <a:cxnLst/>
              <a:rect r="r" b="b" t="t" l="l"/>
              <a:pathLst>
                <a:path h="50673" w="203440">
                  <a:moveTo>
                    <a:pt x="0" y="0"/>
                  </a:moveTo>
                  <a:lnTo>
                    <a:pt x="203440" y="0"/>
                  </a:lnTo>
                  <a:lnTo>
                    <a:pt x="203440" y="50673"/>
                  </a:lnTo>
                  <a:lnTo>
                    <a:pt x="0" y="50673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74215" y="316614"/>
              <a:ext cx="203440" cy="50673"/>
            </a:xfrm>
            <a:custGeom>
              <a:avLst/>
              <a:gdLst/>
              <a:ahLst/>
              <a:cxnLst/>
              <a:rect r="r" b="b" t="t" l="l"/>
              <a:pathLst>
                <a:path h="50673" w="203440">
                  <a:moveTo>
                    <a:pt x="0" y="0"/>
                  </a:moveTo>
                  <a:lnTo>
                    <a:pt x="203440" y="0"/>
                  </a:lnTo>
                  <a:lnTo>
                    <a:pt x="203440" y="50673"/>
                  </a:lnTo>
                  <a:lnTo>
                    <a:pt x="0" y="50673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74215" y="425708"/>
              <a:ext cx="203440" cy="50674"/>
            </a:xfrm>
            <a:custGeom>
              <a:avLst/>
              <a:gdLst/>
              <a:ahLst/>
              <a:cxnLst/>
              <a:rect r="r" b="b" t="t" l="l"/>
              <a:pathLst>
                <a:path h="50674" w="203440">
                  <a:moveTo>
                    <a:pt x="0" y="0"/>
                  </a:moveTo>
                  <a:lnTo>
                    <a:pt x="203440" y="0"/>
                  </a:lnTo>
                  <a:lnTo>
                    <a:pt x="203440" y="50673"/>
                  </a:lnTo>
                  <a:lnTo>
                    <a:pt x="0" y="50673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284225" y="207520"/>
              <a:ext cx="225353" cy="268989"/>
            </a:xfrm>
            <a:custGeom>
              <a:avLst/>
              <a:gdLst/>
              <a:ahLst/>
              <a:cxnLst/>
              <a:rect r="r" b="b" t="t" l="l"/>
              <a:pathLst>
                <a:path h="268989" w="225353">
                  <a:moveTo>
                    <a:pt x="149677" y="167515"/>
                  </a:moveTo>
                  <a:cubicBezTo>
                    <a:pt x="180450" y="157100"/>
                    <a:pt x="205117" y="133732"/>
                    <a:pt x="205117" y="87631"/>
                  </a:cubicBezTo>
                  <a:cubicBezTo>
                    <a:pt x="205117" y="19685"/>
                    <a:pt x="153628" y="0"/>
                    <a:pt x="104415" y="0"/>
                  </a:cubicBezTo>
                  <a:lnTo>
                    <a:pt x="120" y="0"/>
                  </a:lnTo>
                  <a:lnTo>
                    <a:pt x="120" y="50800"/>
                  </a:lnTo>
                  <a:lnTo>
                    <a:pt x="54482" y="50800"/>
                  </a:lnTo>
                  <a:lnTo>
                    <a:pt x="54482" y="50673"/>
                  </a:lnTo>
                  <a:lnTo>
                    <a:pt x="107049" y="50673"/>
                  </a:lnTo>
                  <a:cubicBezTo>
                    <a:pt x="129919" y="50673"/>
                    <a:pt x="149796" y="61088"/>
                    <a:pt x="149796" y="88774"/>
                  </a:cubicBezTo>
                  <a:cubicBezTo>
                    <a:pt x="149796" y="116079"/>
                    <a:pt x="129919" y="126874"/>
                    <a:pt x="107049" y="126874"/>
                  </a:cubicBezTo>
                  <a:lnTo>
                    <a:pt x="74838" y="126874"/>
                  </a:lnTo>
                  <a:lnTo>
                    <a:pt x="54363" y="126874"/>
                  </a:lnTo>
                  <a:lnTo>
                    <a:pt x="0" y="126874"/>
                  </a:lnTo>
                  <a:lnTo>
                    <a:pt x="0" y="268988"/>
                  </a:lnTo>
                  <a:lnTo>
                    <a:pt x="54363" y="268988"/>
                  </a:lnTo>
                  <a:lnTo>
                    <a:pt x="54363" y="174754"/>
                  </a:lnTo>
                  <a:lnTo>
                    <a:pt x="94237" y="174754"/>
                  </a:lnTo>
                  <a:lnTo>
                    <a:pt x="162729" y="268861"/>
                  </a:lnTo>
                  <a:lnTo>
                    <a:pt x="225353" y="268861"/>
                  </a:ln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03305" y="202186"/>
              <a:ext cx="269418" cy="279657"/>
            </a:xfrm>
            <a:custGeom>
              <a:avLst/>
              <a:gdLst/>
              <a:ahLst/>
              <a:cxnLst/>
              <a:rect r="r" b="b" t="t" l="l"/>
              <a:pathLst>
                <a:path h="279657" w="269418">
                  <a:moveTo>
                    <a:pt x="134709" y="53340"/>
                  </a:moveTo>
                  <a:cubicBezTo>
                    <a:pt x="81783" y="53340"/>
                    <a:pt x="55320" y="92584"/>
                    <a:pt x="55320" y="139828"/>
                  </a:cubicBezTo>
                  <a:cubicBezTo>
                    <a:pt x="55320" y="187073"/>
                    <a:pt x="81783" y="226316"/>
                    <a:pt x="134709" y="226316"/>
                  </a:cubicBezTo>
                  <a:cubicBezTo>
                    <a:pt x="187275" y="226316"/>
                    <a:pt x="213618" y="187073"/>
                    <a:pt x="213618" y="139828"/>
                  </a:cubicBezTo>
                  <a:cubicBezTo>
                    <a:pt x="213618" y="92584"/>
                    <a:pt x="187155" y="53340"/>
                    <a:pt x="134709" y="53340"/>
                  </a:cubicBezTo>
                  <a:moveTo>
                    <a:pt x="134709" y="0"/>
                  </a:moveTo>
                  <a:cubicBezTo>
                    <a:pt x="224515" y="0"/>
                    <a:pt x="269418" y="66803"/>
                    <a:pt x="269418" y="139828"/>
                  </a:cubicBezTo>
                  <a:cubicBezTo>
                    <a:pt x="269418" y="212854"/>
                    <a:pt x="224634" y="279656"/>
                    <a:pt x="134709" y="279656"/>
                  </a:cubicBezTo>
                  <a:cubicBezTo>
                    <a:pt x="44783" y="279656"/>
                    <a:pt x="0" y="212727"/>
                    <a:pt x="0" y="139828"/>
                  </a:cubicBezTo>
                  <a:cubicBezTo>
                    <a:pt x="0" y="66930"/>
                    <a:pt x="44903" y="0"/>
                    <a:pt x="134709" y="0"/>
                  </a:cubicBezTo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368469" y="8576541"/>
            <a:ext cx="1228586" cy="580212"/>
            <a:chOff x="0" y="0"/>
            <a:chExt cx="1638115" cy="77361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197843" y="666911"/>
              <a:ext cx="56706" cy="106705"/>
              <a:chOff x="0" y="0"/>
              <a:chExt cx="339560" cy="63896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39471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39471">
                    <a:moveTo>
                      <a:pt x="110490" y="547624"/>
                    </a:moveTo>
                    <a:lnTo>
                      <a:pt x="165227" y="546735"/>
                    </a:lnTo>
                    <a:cubicBezTo>
                      <a:pt x="205359" y="546735"/>
                      <a:pt x="232791" y="512064"/>
                      <a:pt x="233680" y="458216"/>
                    </a:cubicBezTo>
                    <a:lnTo>
                      <a:pt x="233680" y="180721"/>
                    </a:lnTo>
                    <a:cubicBezTo>
                      <a:pt x="233680" y="125984"/>
                      <a:pt x="207264" y="91313"/>
                      <a:pt x="164338" y="91313"/>
                    </a:cubicBezTo>
                    <a:lnTo>
                      <a:pt x="110490" y="91313"/>
                    </a:lnTo>
                    <a:cubicBezTo>
                      <a:pt x="107696" y="91313"/>
                      <a:pt x="105918" y="93091"/>
                      <a:pt x="105918" y="95885"/>
                    </a:cubicBezTo>
                    <a:lnTo>
                      <a:pt x="105918" y="543179"/>
                    </a:lnTo>
                    <a:cubicBezTo>
                      <a:pt x="105918" y="545973"/>
                      <a:pt x="107696" y="547751"/>
                      <a:pt x="110490" y="547751"/>
                    </a:cubicBezTo>
                    <a:moveTo>
                      <a:pt x="0" y="628015"/>
                    </a:move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167005" y="0"/>
                    </a:lnTo>
                    <a:cubicBezTo>
                      <a:pt x="272034" y="0"/>
                      <a:pt x="339471" y="68453"/>
                      <a:pt x="339471" y="174371"/>
                    </a:cubicBezTo>
                    <a:lnTo>
                      <a:pt x="339471" y="464566"/>
                    </a:lnTo>
                    <a:cubicBezTo>
                      <a:pt x="339471" y="570484"/>
                      <a:pt x="271907" y="638937"/>
                      <a:pt x="167005" y="638937"/>
                    </a:cubicBezTo>
                    <a:lnTo>
                      <a:pt x="10922" y="638937"/>
                    </a:lnTo>
                    <a:cubicBezTo>
                      <a:pt x="4572" y="638937"/>
                      <a:pt x="0" y="634365"/>
                      <a:pt x="0" y="62801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92196" y="666911"/>
              <a:ext cx="60667" cy="106705"/>
              <a:chOff x="0" y="0"/>
              <a:chExt cx="363284" cy="63896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63220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63220">
                    <a:moveTo>
                      <a:pt x="0" y="628015"/>
                    </a:move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98552" y="0"/>
                    </a:lnTo>
                    <a:cubicBezTo>
                      <a:pt x="104902" y="0"/>
                      <a:pt x="109474" y="2794"/>
                      <a:pt x="111379" y="8255"/>
                    </a:cubicBezTo>
                    <a:lnTo>
                      <a:pt x="252857" y="379730"/>
                    </a:lnTo>
                    <a:cubicBezTo>
                      <a:pt x="254635" y="383413"/>
                      <a:pt x="258318" y="383413"/>
                      <a:pt x="258318" y="378841"/>
                    </a:cubicBezTo>
                    <a:lnTo>
                      <a:pt x="258318" y="10922"/>
                    </a:lnTo>
                    <a:cubicBezTo>
                      <a:pt x="258318" y="4572"/>
                      <a:pt x="262890" y="0"/>
                      <a:pt x="269240" y="0"/>
                    </a:cubicBezTo>
                    <a:lnTo>
                      <a:pt x="352298" y="0"/>
                    </a:lnTo>
                    <a:cubicBezTo>
                      <a:pt x="358648" y="0"/>
                      <a:pt x="363220" y="4572"/>
                      <a:pt x="363220" y="10922"/>
                    </a:cubicBezTo>
                    <a:lnTo>
                      <a:pt x="363220" y="628015"/>
                    </a:lnTo>
                    <a:cubicBezTo>
                      <a:pt x="363220" y="634365"/>
                      <a:pt x="358648" y="638937"/>
                      <a:pt x="352298" y="638937"/>
                    </a:cubicBezTo>
                    <a:lnTo>
                      <a:pt x="263779" y="638937"/>
                    </a:lnTo>
                    <a:cubicBezTo>
                      <a:pt x="257429" y="638937"/>
                      <a:pt x="252857" y="636143"/>
                      <a:pt x="250952" y="630682"/>
                    </a:cubicBezTo>
                    <a:lnTo>
                      <a:pt x="108585" y="258318"/>
                    </a:lnTo>
                    <a:cubicBezTo>
                      <a:pt x="106807" y="254635"/>
                      <a:pt x="103124" y="255524"/>
                      <a:pt x="103124" y="259207"/>
                    </a:cubicBezTo>
                    <a:lnTo>
                      <a:pt x="104013" y="628015"/>
                    </a:lnTo>
                    <a:cubicBezTo>
                      <a:pt x="104013" y="634365"/>
                      <a:pt x="99441" y="638937"/>
                      <a:pt x="93091" y="638937"/>
                    </a:cubicBezTo>
                    <a:lnTo>
                      <a:pt x="10922" y="638937"/>
                    </a:lnTo>
                    <a:cubicBezTo>
                      <a:pt x="4572" y="638937"/>
                      <a:pt x="0" y="634365"/>
                      <a:pt x="0" y="62801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392191" y="666911"/>
              <a:ext cx="53200" cy="106705"/>
              <a:chOff x="0" y="0"/>
              <a:chExt cx="318567" cy="63896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18516" cy="638810"/>
              </a:xfrm>
              <a:custGeom>
                <a:avLst/>
                <a:gdLst/>
                <a:ahLst/>
                <a:cxnLst/>
                <a:rect r="r" b="b" t="t" l="l"/>
                <a:pathLst>
                  <a:path h="638810" w="318516">
                    <a:moveTo>
                      <a:pt x="307594" y="91313"/>
                    </a:moveTo>
                    <a:lnTo>
                      <a:pt x="110490" y="91313"/>
                    </a:lnTo>
                    <a:cubicBezTo>
                      <a:pt x="107823" y="91313"/>
                      <a:pt x="105918" y="93091"/>
                      <a:pt x="105918" y="95885"/>
                    </a:cubicBezTo>
                    <a:lnTo>
                      <a:pt x="105918" y="268351"/>
                    </a:lnTo>
                    <a:cubicBezTo>
                      <a:pt x="105918" y="271145"/>
                      <a:pt x="107823" y="272923"/>
                      <a:pt x="110490" y="272923"/>
                    </a:cubicBezTo>
                    <a:lnTo>
                      <a:pt x="227330" y="272923"/>
                    </a:lnTo>
                    <a:cubicBezTo>
                      <a:pt x="233680" y="272923"/>
                      <a:pt x="238252" y="277495"/>
                      <a:pt x="238252" y="283845"/>
                    </a:cubicBezTo>
                    <a:lnTo>
                      <a:pt x="238252" y="354076"/>
                    </a:lnTo>
                    <a:cubicBezTo>
                      <a:pt x="238252" y="360426"/>
                      <a:pt x="233680" y="364998"/>
                      <a:pt x="227330" y="364998"/>
                    </a:cubicBezTo>
                    <a:lnTo>
                      <a:pt x="110490" y="364998"/>
                    </a:lnTo>
                    <a:cubicBezTo>
                      <a:pt x="107823" y="364998"/>
                      <a:pt x="105918" y="366776"/>
                      <a:pt x="105918" y="369570"/>
                    </a:cubicBezTo>
                    <a:lnTo>
                      <a:pt x="105918" y="543052"/>
                    </a:lnTo>
                    <a:cubicBezTo>
                      <a:pt x="105918" y="545846"/>
                      <a:pt x="107823" y="547624"/>
                      <a:pt x="110490" y="547624"/>
                    </a:cubicBezTo>
                    <a:lnTo>
                      <a:pt x="307594" y="547624"/>
                    </a:lnTo>
                    <a:cubicBezTo>
                      <a:pt x="313944" y="547624"/>
                      <a:pt x="318516" y="552196"/>
                      <a:pt x="318516" y="558546"/>
                    </a:cubicBezTo>
                    <a:lnTo>
                      <a:pt x="318516" y="627888"/>
                    </a:lnTo>
                    <a:cubicBezTo>
                      <a:pt x="318516" y="634238"/>
                      <a:pt x="313944" y="638810"/>
                      <a:pt x="307594" y="638810"/>
                    </a:cubicBezTo>
                    <a:lnTo>
                      <a:pt x="10922" y="638810"/>
                    </a:lnTo>
                    <a:cubicBezTo>
                      <a:pt x="4572" y="638810"/>
                      <a:pt x="0" y="634238"/>
                      <a:pt x="0" y="627888"/>
                    </a:cubicBez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307594" y="0"/>
                    </a:lnTo>
                    <a:cubicBezTo>
                      <a:pt x="313944" y="0"/>
                      <a:pt x="318516" y="4572"/>
                      <a:pt x="318516" y="10922"/>
                    </a:cubicBezTo>
                    <a:lnTo>
                      <a:pt x="318516" y="80264"/>
                    </a:lnTo>
                    <a:cubicBezTo>
                      <a:pt x="318516" y="86614"/>
                      <a:pt x="313944" y="91186"/>
                      <a:pt x="307594" y="9118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477320" y="666913"/>
              <a:ext cx="63418" cy="106703"/>
              <a:chOff x="0" y="0"/>
              <a:chExt cx="379755" cy="63895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1" y="0"/>
                <a:ext cx="379668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79668">
                    <a:moveTo>
                      <a:pt x="131055" y="628904"/>
                    </a:moveTo>
                    <a:lnTo>
                      <a:pt x="497" y="11811"/>
                    </a:lnTo>
                    <a:cubicBezTo>
                      <a:pt x="-1408" y="3683"/>
                      <a:pt x="2275" y="0"/>
                      <a:pt x="9641" y="0"/>
                    </a:cubicBezTo>
                    <a:lnTo>
                      <a:pt x="101717" y="0"/>
                    </a:lnTo>
                    <a:cubicBezTo>
                      <a:pt x="108067" y="0"/>
                      <a:pt x="112639" y="2667"/>
                      <a:pt x="113528" y="10033"/>
                    </a:cubicBezTo>
                    <a:lnTo>
                      <a:pt x="189348" y="449072"/>
                    </a:lnTo>
                    <a:cubicBezTo>
                      <a:pt x="190238" y="452755"/>
                      <a:pt x="193921" y="452755"/>
                      <a:pt x="194810" y="449072"/>
                    </a:cubicBezTo>
                    <a:lnTo>
                      <a:pt x="268852" y="10033"/>
                    </a:lnTo>
                    <a:cubicBezTo>
                      <a:pt x="269741" y="2794"/>
                      <a:pt x="274313" y="0"/>
                      <a:pt x="280663" y="0"/>
                    </a:cubicBezTo>
                    <a:lnTo>
                      <a:pt x="370072" y="0"/>
                    </a:lnTo>
                    <a:cubicBezTo>
                      <a:pt x="377438" y="0"/>
                      <a:pt x="380994" y="3683"/>
                      <a:pt x="379216" y="11811"/>
                    </a:cubicBezTo>
                    <a:lnTo>
                      <a:pt x="247896" y="628904"/>
                    </a:lnTo>
                    <a:cubicBezTo>
                      <a:pt x="247007" y="635254"/>
                      <a:pt x="242435" y="638937"/>
                      <a:pt x="236085" y="638937"/>
                    </a:cubicBezTo>
                    <a:lnTo>
                      <a:pt x="142866" y="638937"/>
                    </a:lnTo>
                    <a:cubicBezTo>
                      <a:pt x="136516" y="638937"/>
                      <a:pt x="131944" y="635254"/>
                      <a:pt x="131055" y="628904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659621" cy="603465"/>
              <a:chOff x="0" y="0"/>
              <a:chExt cx="3949890" cy="361362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2097866" y="63627"/>
                <a:ext cx="1788584" cy="2786168"/>
              </a:xfrm>
              <a:custGeom>
                <a:avLst/>
                <a:gdLst/>
                <a:ahLst/>
                <a:cxnLst/>
                <a:rect r="r" b="b" t="t" l="l"/>
                <a:pathLst>
                  <a:path h="2786168" w="1788584">
                    <a:moveTo>
                      <a:pt x="1185715" y="2297811"/>
                    </a:moveTo>
                    <a:lnTo>
                      <a:pt x="673017" y="2317623"/>
                    </a:lnTo>
                    <a:cubicBezTo>
                      <a:pt x="586657" y="2324354"/>
                      <a:pt x="543350" y="2284857"/>
                      <a:pt x="543350" y="2198370"/>
                    </a:cubicBezTo>
                    <a:lnTo>
                      <a:pt x="503853" y="587883"/>
                    </a:lnTo>
                    <a:cubicBezTo>
                      <a:pt x="503853" y="504571"/>
                      <a:pt x="543350" y="462915"/>
                      <a:pt x="623106" y="462915"/>
                    </a:cubicBezTo>
                    <a:lnTo>
                      <a:pt x="1141012" y="478028"/>
                    </a:lnTo>
                    <a:cubicBezTo>
                      <a:pt x="1227371" y="478028"/>
                      <a:pt x="1270678" y="519684"/>
                      <a:pt x="1270678" y="602488"/>
                    </a:cubicBezTo>
                    <a:lnTo>
                      <a:pt x="1305603" y="2168398"/>
                    </a:lnTo>
                    <a:cubicBezTo>
                      <a:pt x="1305603" y="2248027"/>
                      <a:pt x="1266107" y="2291207"/>
                      <a:pt x="1185842" y="2298065"/>
                    </a:cubicBezTo>
                    <a:moveTo>
                      <a:pt x="1783885" y="497713"/>
                    </a:moveTo>
                    <a:cubicBezTo>
                      <a:pt x="1783885" y="166116"/>
                      <a:pt x="1615737" y="0"/>
                      <a:pt x="1280458" y="0"/>
                    </a:cubicBezTo>
                    <a:lnTo>
                      <a:pt x="488740" y="0"/>
                    </a:lnTo>
                    <a:cubicBezTo>
                      <a:pt x="153461" y="0"/>
                      <a:pt x="-9480" y="166116"/>
                      <a:pt x="426" y="497713"/>
                    </a:cubicBezTo>
                    <a:lnTo>
                      <a:pt x="45257" y="2297811"/>
                    </a:lnTo>
                    <a:cubicBezTo>
                      <a:pt x="55163" y="2626233"/>
                      <a:pt x="224835" y="2789174"/>
                      <a:pt x="553256" y="2786126"/>
                    </a:cubicBezTo>
                    <a:lnTo>
                      <a:pt x="1295571" y="2776220"/>
                    </a:lnTo>
                    <a:cubicBezTo>
                      <a:pt x="1623992" y="2772537"/>
                      <a:pt x="1788584" y="2603373"/>
                      <a:pt x="1788584" y="2268093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63500" y="63500"/>
                <a:ext cx="3822950" cy="3486785"/>
              </a:xfrm>
              <a:custGeom>
                <a:avLst/>
                <a:gdLst/>
                <a:ahLst/>
                <a:cxnLst/>
                <a:rect r="r" b="b" t="t" l="l"/>
                <a:pathLst>
                  <a:path h="3486785" w="3822950">
                    <a:moveTo>
                      <a:pt x="1190497" y="1140587"/>
                    </a:moveTo>
                    <a:cubicBezTo>
                      <a:pt x="1190497" y="1306703"/>
                      <a:pt x="1109090" y="1414526"/>
                      <a:pt x="946403" y="1464310"/>
                    </a:cubicBezTo>
                    <a:lnTo>
                      <a:pt x="652525" y="1558925"/>
                    </a:lnTo>
                    <a:cubicBezTo>
                      <a:pt x="572769" y="1582166"/>
                      <a:pt x="533018" y="1553972"/>
                      <a:pt x="533018" y="1474216"/>
                    </a:cubicBezTo>
                    <a:lnTo>
                      <a:pt x="552957" y="572770"/>
                    </a:lnTo>
                    <a:cubicBezTo>
                      <a:pt x="552957" y="489839"/>
                      <a:pt x="594486" y="448310"/>
                      <a:pt x="677544" y="448310"/>
                    </a:cubicBezTo>
                    <a:lnTo>
                      <a:pt x="946403" y="448310"/>
                    </a:lnTo>
                    <a:cubicBezTo>
                      <a:pt x="1109090" y="448310"/>
                      <a:pt x="1190497" y="531368"/>
                      <a:pt x="1190497" y="697357"/>
                    </a:cubicBezTo>
                    <a:close/>
                    <a:moveTo>
                      <a:pt x="3703697" y="3008503"/>
                    </a:moveTo>
                    <a:lnTo>
                      <a:pt x="1842514" y="3008503"/>
                    </a:lnTo>
                    <a:cubicBezTo>
                      <a:pt x="1763774" y="3008503"/>
                      <a:pt x="1692781" y="2961005"/>
                      <a:pt x="1662809" y="2888107"/>
                    </a:cubicBezTo>
                    <a:lnTo>
                      <a:pt x="1300098" y="2007235"/>
                    </a:lnTo>
                    <a:cubicBezTo>
                      <a:pt x="1270253" y="1934210"/>
                      <a:pt x="1293367" y="1882775"/>
                      <a:pt x="1369821" y="1852803"/>
                    </a:cubicBezTo>
                    <a:lnTo>
                      <a:pt x="1444497" y="1822958"/>
                    </a:lnTo>
                    <a:cubicBezTo>
                      <a:pt x="1600579" y="1766570"/>
                      <a:pt x="1678684" y="1656969"/>
                      <a:pt x="1678684" y="1494282"/>
                    </a:cubicBezTo>
                    <a:lnTo>
                      <a:pt x="1688717" y="498094"/>
                    </a:lnTo>
                    <a:cubicBezTo>
                      <a:pt x="1691765" y="166116"/>
                      <a:pt x="1527427" y="0"/>
                      <a:pt x="1195450" y="0"/>
                    </a:cubicBezTo>
                    <a:lnTo>
                      <a:pt x="268986" y="0"/>
                    </a:lnTo>
                    <a:cubicBezTo>
                      <a:pt x="102870" y="0"/>
                      <a:pt x="19939" y="83058"/>
                      <a:pt x="19939" y="249047"/>
                    </a:cubicBezTo>
                    <a:lnTo>
                      <a:pt x="0" y="3237611"/>
                    </a:lnTo>
                    <a:cubicBezTo>
                      <a:pt x="0" y="3403727"/>
                      <a:pt x="82931" y="3486658"/>
                      <a:pt x="249047" y="3486658"/>
                    </a:cubicBezTo>
                    <a:lnTo>
                      <a:pt x="383540" y="3486658"/>
                    </a:lnTo>
                    <a:cubicBezTo>
                      <a:pt x="466470" y="3486658"/>
                      <a:pt x="508126" y="3445129"/>
                      <a:pt x="508126" y="3362198"/>
                    </a:cubicBezTo>
                    <a:lnTo>
                      <a:pt x="528065" y="2261489"/>
                    </a:lnTo>
                    <a:cubicBezTo>
                      <a:pt x="528065" y="2181733"/>
                      <a:pt x="566165" y="2128647"/>
                      <a:pt x="642619" y="2102104"/>
                    </a:cubicBezTo>
                    <a:cubicBezTo>
                      <a:pt x="715644" y="2078863"/>
                      <a:pt x="767079" y="2103755"/>
                      <a:pt x="797051" y="2176780"/>
                    </a:cubicBezTo>
                    <a:lnTo>
                      <a:pt x="1284350" y="3372231"/>
                    </a:lnTo>
                    <a:cubicBezTo>
                      <a:pt x="1314195" y="3448558"/>
                      <a:pt x="1372361" y="3486785"/>
                      <a:pt x="1458720" y="3486785"/>
                    </a:cubicBezTo>
                    <a:lnTo>
                      <a:pt x="1787396" y="3486785"/>
                    </a:lnTo>
                    <a:cubicBezTo>
                      <a:pt x="1789682" y="3486785"/>
                      <a:pt x="1791714" y="3486658"/>
                      <a:pt x="1794000" y="3486531"/>
                    </a:cubicBezTo>
                    <a:lnTo>
                      <a:pt x="3693283" y="3486531"/>
                    </a:lnTo>
                    <a:cubicBezTo>
                      <a:pt x="3779643" y="3486531"/>
                      <a:pt x="3822950" y="3445383"/>
                      <a:pt x="3822950" y="3362071"/>
                    </a:cubicBezTo>
                    <a:lnTo>
                      <a:pt x="3822950" y="3132963"/>
                    </a:lnTo>
                    <a:cubicBezTo>
                      <a:pt x="3822950" y="3050159"/>
                      <a:pt x="3783453" y="3008503"/>
                      <a:pt x="3703697" y="3008503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576174" y="666911"/>
              <a:ext cx="60667" cy="106705"/>
              <a:chOff x="0" y="0"/>
              <a:chExt cx="363284" cy="63896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63220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63220">
                    <a:moveTo>
                      <a:pt x="0" y="628015"/>
                    </a:move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98552" y="0"/>
                    </a:lnTo>
                    <a:cubicBezTo>
                      <a:pt x="104902" y="0"/>
                      <a:pt x="109474" y="2794"/>
                      <a:pt x="111379" y="8255"/>
                    </a:cubicBezTo>
                    <a:lnTo>
                      <a:pt x="252857" y="379730"/>
                    </a:lnTo>
                    <a:cubicBezTo>
                      <a:pt x="254635" y="383413"/>
                      <a:pt x="258318" y="383413"/>
                      <a:pt x="258318" y="378841"/>
                    </a:cubicBezTo>
                    <a:lnTo>
                      <a:pt x="258318" y="10922"/>
                    </a:lnTo>
                    <a:cubicBezTo>
                      <a:pt x="258318" y="4572"/>
                      <a:pt x="262890" y="0"/>
                      <a:pt x="269240" y="0"/>
                    </a:cubicBezTo>
                    <a:lnTo>
                      <a:pt x="352298" y="0"/>
                    </a:lnTo>
                    <a:cubicBezTo>
                      <a:pt x="358648" y="0"/>
                      <a:pt x="363220" y="4572"/>
                      <a:pt x="363220" y="10922"/>
                    </a:cubicBezTo>
                    <a:lnTo>
                      <a:pt x="363220" y="628015"/>
                    </a:lnTo>
                    <a:cubicBezTo>
                      <a:pt x="363220" y="634365"/>
                      <a:pt x="358648" y="638937"/>
                      <a:pt x="352298" y="638937"/>
                    </a:cubicBezTo>
                    <a:lnTo>
                      <a:pt x="263779" y="638937"/>
                    </a:lnTo>
                    <a:cubicBezTo>
                      <a:pt x="257429" y="638937"/>
                      <a:pt x="252857" y="636143"/>
                      <a:pt x="250952" y="630682"/>
                    </a:cubicBezTo>
                    <a:lnTo>
                      <a:pt x="108585" y="258318"/>
                    </a:lnTo>
                    <a:cubicBezTo>
                      <a:pt x="106807" y="254635"/>
                      <a:pt x="103124" y="255524"/>
                      <a:pt x="103124" y="259207"/>
                    </a:cubicBezTo>
                    <a:lnTo>
                      <a:pt x="104013" y="628015"/>
                    </a:lnTo>
                    <a:cubicBezTo>
                      <a:pt x="104013" y="634365"/>
                      <a:pt x="99441" y="638937"/>
                      <a:pt x="93091" y="638937"/>
                    </a:cubicBezTo>
                    <a:lnTo>
                      <a:pt x="10922" y="638937"/>
                    </a:lnTo>
                    <a:cubicBezTo>
                      <a:pt x="4572" y="638937"/>
                      <a:pt x="0" y="634365"/>
                      <a:pt x="0" y="62801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676166" y="666911"/>
              <a:ext cx="53200" cy="106705"/>
              <a:chOff x="0" y="0"/>
              <a:chExt cx="318567" cy="63896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318516" cy="638810"/>
              </a:xfrm>
              <a:custGeom>
                <a:avLst/>
                <a:gdLst/>
                <a:ahLst/>
                <a:cxnLst/>
                <a:rect r="r" b="b" t="t" l="l"/>
                <a:pathLst>
                  <a:path h="638810" w="318516">
                    <a:moveTo>
                      <a:pt x="307594" y="91313"/>
                    </a:moveTo>
                    <a:lnTo>
                      <a:pt x="110490" y="91313"/>
                    </a:lnTo>
                    <a:cubicBezTo>
                      <a:pt x="107696" y="91313"/>
                      <a:pt x="105918" y="93091"/>
                      <a:pt x="105918" y="95885"/>
                    </a:cubicBezTo>
                    <a:lnTo>
                      <a:pt x="105918" y="268351"/>
                    </a:lnTo>
                    <a:cubicBezTo>
                      <a:pt x="105918" y="271145"/>
                      <a:pt x="107823" y="272923"/>
                      <a:pt x="110490" y="272923"/>
                    </a:cubicBezTo>
                    <a:lnTo>
                      <a:pt x="227330" y="272923"/>
                    </a:lnTo>
                    <a:cubicBezTo>
                      <a:pt x="233680" y="272923"/>
                      <a:pt x="238252" y="277495"/>
                      <a:pt x="238252" y="283845"/>
                    </a:cubicBezTo>
                    <a:lnTo>
                      <a:pt x="238252" y="354076"/>
                    </a:lnTo>
                    <a:cubicBezTo>
                      <a:pt x="238252" y="360426"/>
                      <a:pt x="233680" y="364998"/>
                      <a:pt x="227330" y="364998"/>
                    </a:cubicBezTo>
                    <a:lnTo>
                      <a:pt x="110490" y="364998"/>
                    </a:lnTo>
                    <a:cubicBezTo>
                      <a:pt x="107696" y="364998"/>
                      <a:pt x="105918" y="366776"/>
                      <a:pt x="105918" y="369570"/>
                    </a:cubicBezTo>
                    <a:lnTo>
                      <a:pt x="105918" y="543052"/>
                    </a:lnTo>
                    <a:cubicBezTo>
                      <a:pt x="105918" y="545846"/>
                      <a:pt x="107823" y="547624"/>
                      <a:pt x="110490" y="547624"/>
                    </a:cubicBezTo>
                    <a:lnTo>
                      <a:pt x="307594" y="547624"/>
                    </a:lnTo>
                    <a:cubicBezTo>
                      <a:pt x="313944" y="547624"/>
                      <a:pt x="318516" y="552196"/>
                      <a:pt x="318516" y="558546"/>
                    </a:cubicBezTo>
                    <a:lnTo>
                      <a:pt x="318516" y="627888"/>
                    </a:lnTo>
                    <a:cubicBezTo>
                      <a:pt x="318516" y="634238"/>
                      <a:pt x="313944" y="638810"/>
                      <a:pt x="307594" y="638810"/>
                    </a:cubicBezTo>
                    <a:lnTo>
                      <a:pt x="10922" y="638810"/>
                    </a:lnTo>
                    <a:cubicBezTo>
                      <a:pt x="4572" y="638810"/>
                      <a:pt x="0" y="634238"/>
                      <a:pt x="0" y="627888"/>
                    </a:cubicBez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307594" y="0"/>
                    </a:lnTo>
                    <a:cubicBezTo>
                      <a:pt x="313944" y="0"/>
                      <a:pt x="318516" y="4572"/>
                      <a:pt x="318516" y="10922"/>
                    </a:cubicBezTo>
                    <a:lnTo>
                      <a:pt x="318516" y="80264"/>
                    </a:lnTo>
                    <a:cubicBezTo>
                      <a:pt x="318516" y="86614"/>
                      <a:pt x="313944" y="91186"/>
                      <a:pt x="307594" y="9118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818385" y="666911"/>
              <a:ext cx="65855" cy="106705"/>
              <a:chOff x="0" y="0"/>
              <a:chExt cx="394348" cy="63896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94335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94335">
                    <a:moveTo>
                      <a:pt x="0" y="628015"/>
                    </a:move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93980" y="0"/>
                    </a:lnTo>
                    <a:cubicBezTo>
                      <a:pt x="99441" y="0"/>
                      <a:pt x="104013" y="1905"/>
                      <a:pt x="106807" y="8255"/>
                    </a:cubicBezTo>
                    <a:lnTo>
                      <a:pt x="194437" y="205359"/>
                    </a:lnTo>
                    <a:cubicBezTo>
                      <a:pt x="196215" y="209042"/>
                      <a:pt x="198120" y="209042"/>
                      <a:pt x="199898" y="205359"/>
                    </a:cubicBezTo>
                    <a:lnTo>
                      <a:pt x="286639" y="8255"/>
                    </a:lnTo>
                    <a:cubicBezTo>
                      <a:pt x="289433" y="1905"/>
                      <a:pt x="293878" y="0"/>
                      <a:pt x="299466" y="0"/>
                    </a:cubicBezTo>
                    <a:lnTo>
                      <a:pt x="383413" y="0"/>
                    </a:lnTo>
                    <a:cubicBezTo>
                      <a:pt x="389763" y="0"/>
                      <a:pt x="394335" y="4572"/>
                      <a:pt x="394335" y="10922"/>
                    </a:cubicBezTo>
                    <a:lnTo>
                      <a:pt x="394335" y="628015"/>
                    </a:lnTo>
                    <a:cubicBezTo>
                      <a:pt x="394335" y="634365"/>
                      <a:pt x="389763" y="638937"/>
                      <a:pt x="383413" y="638937"/>
                    </a:cubicBezTo>
                    <a:lnTo>
                      <a:pt x="299466" y="638937"/>
                    </a:lnTo>
                    <a:cubicBezTo>
                      <a:pt x="293116" y="638937"/>
                      <a:pt x="288544" y="634365"/>
                      <a:pt x="288544" y="628015"/>
                    </a:cubicBezTo>
                    <a:lnTo>
                      <a:pt x="288544" y="229997"/>
                    </a:lnTo>
                    <a:cubicBezTo>
                      <a:pt x="288544" y="225425"/>
                      <a:pt x="284861" y="225425"/>
                      <a:pt x="283083" y="229108"/>
                    </a:cubicBezTo>
                    <a:lnTo>
                      <a:pt x="204470" y="388874"/>
                    </a:lnTo>
                    <a:cubicBezTo>
                      <a:pt x="201676" y="394335"/>
                      <a:pt x="199009" y="397129"/>
                      <a:pt x="197104" y="397129"/>
                    </a:cubicBezTo>
                    <a:cubicBezTo>
                      <a:pt x="195199" y="397129"/>
                      <a:pt x="192532" y="394335"/>
                      <a:pt x="189738" y="388874"/>
                    </a:cubicBezTo>
                    <a:lnTo>
                      <a:pt x="111379" y="227330"/>
                    </a:lnTo>
                    <a:cubicBezTo>
                      <a:pt x="109601" y="223647"/>
                      <a:pt x="105918" y="224536"/>
                      <a:pt x="105918" y="229108"/>
                    </a:cubicBezTo>
                    <a:lnTo>
                      <a:pt x="105918" y="628015"/>
                    </a:lnTo>
                    <a:cubicBezTo>
                      <a:pt x="105918" y="634365"/>
                      <a:pt x="101346" y="638937"/>
                      <a:pt x="94996" y="638937"/>
                    </a:cubicBezTo>
                    <a:lnTo>
                      <a:pt x="10922" y="638937"/>
                    </a:lnTo>
                    <a:cubicBezTo>
                      <a:pt x="4572" y="638937"/>
                      <a:pt x="0" y="634365"/>
                      <a:pt x="0" y="62801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690624" y="10604"/>
              <a:ext cx="301952" cy="582256"/>
              <a:chOff x="0" y="0"/>
              <a:chExt cx="1808124" cy="348662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807972" cy="3486531"/>
              </a:xfrm>
              <a:custGeom>
                <a:avLst/>
                <a:gdLst/>
                <a:ahLst/>
                <a:cxnLst/>
                <a:rect r="r" b="b" t="t" l="l"/>
                <a:pathLst>
                  <a:path h="3486531" w="1807972">
                    <a:moveTo>
                      <a:pt x="1115695" y="2978531"/>
                    </a:moveTo>
                    <a:cubicBezTo>
                      <a:pt x="1248537" y="2978531"/>
                      <a:pt x="1314958" y="2912110"/>
                      <a:pt x="1314958" y="2779268"/>
                    </a:cubicBezTo>
                    <a:lnTo>
                      <a:pt x="1314958" y="2440686"/>
                    </a:lnTo>
                    <a:cubicBezTo>
                      <a:pt x="1314958" y="2291207"/>
                      <a:pt x="1267587" y="2169160"/>
                      <a:pt x="1172972" y="2074545"/>
                    </a:cubicBezTo>
                    <a:cubicBezTo>
                      <a:pt x="1078357" y="1979930"/>
                      <a:pt x="954532" y="1932559"/>
                      <a:pt x="801878" y="1932559"/>
                    </a:cubicBezTo>
                    <a:lnTo>
                      <a:pt x="652526" y="1932559"/>
                    </a:lnTo>
                    <a:cubicBezTo>
                      <a:pt x="589407" y="1932559"/>
                      <a:pt x="557911" y="1965833"/>
                      <a:pt x="557911" y="2032254"/>
                    </a:cubicBezTo>
                    <a:lnTo>
                      <a:pt x="577850" y="2884043"/>
                    </a:lnTo>
                    <a:cubicBezTo>
                      <a:pt x="577850" y="2950464"/>
                      <a:pt x="612775" y="2983611"/>
                      <a:pt x="682498" y="2983611"/>
                    </a:cubicBezTo>
                    <a:close/>
                    <a:moveTo>
                      <a:pt x="921512" y="1419606"/>
                    </a:moveTo>
                    <a:cubicBezTo>
                      <a:pt x="1054227" y="1419606"/>
                      <a:pt x="1120775" y="1353185"/>
                      <a:pt x="1120775" y="1220343"/>
                    </a:cubicBezTo>
                    <a:lnTo>
                      <a:pt x="1120775" y="682371"/>
                    </a:lnTo>
                    <a:cubicBezTo>
                      <a:pt x="1120775" y="586105"/>
                      <a:pt x="1098296" y="517271"/>
                      <a:pt x="1053592" y="475615"/>
                    </a:cubicBezTo>
                    <a:cubicBezTo>
                      <a:pt x="1008888" y="433959"/>
                      <a:pt x="936498" y="413385"/>
                      <a:pt x="836930" y="413385"/>
                    </a:cubicBezTo>
                    <a:lnTo>
                      <a:pt x="607695" y="413385"/>
                    </a:lnTo>
                    <a:cubicBezTo>
                      <a:pt x="544576" y="413385"/>
                      <a:pt x="513080" y="446659"/>
                      <a:pt x="513080" y="513080"/>
                    </a:cubicBezTo>
                    <a:lnTo>
                      <a:pt x="533019" y="1319911"/>
                    </a:lnTo>
                    <a:cubicBezTo>
                      <a:pt x="533019" y="1386332"/>
                      <a:pt x="567944" y="1419479"/>
                      <a:pt x="637667" y="1419479"/>
                    </a:cubicBezTo>
                    <a:close/>
                    <a:moveTo>
                      <a:pt x="1125728" y="0"/>
                    </a:moveTo>
                    <a:cubicBezTo>
                      <a:pt x="1454404" y="0"/>
                      <a:pt x="1620520" y="166116"/>
                      <a:pt x="1623822" y="498094"/>
                    </a:cubicBezTo>
                    <a:lnTo>
                      <a:pt x="1628775" y="1140587"/>
                    </a:lnTo>
                    <a:cubicBezTo>
                      <a:pt x="1628775" y="1213612"/>
                      <a:pt x="1624584" y="1275969"/>
                      <a:pt x="1616329" y="1327404"/>
                    </a:cubicBezTo>
                    <a:cubicBezTo>
                      <a:pt x="1608074" y="1378839"/>
                      <a:pt x="1592199" y="1422908"/>
                      <a:pt x="1568958" y="1459357"/>
                    </a:cubicBezTo>
                    <a:cubicBezTo>
                      <a:pt x="1545717" y="1495806"/>
                      <a:pt x="1513332" y="1527429"/>
                      <a:pt x="1471803" y="1553972"/>
                    </a:cubicBezTo>
                    <a:cubicBezTo>
                      <a:pt x="1430274" y="1580515"/>
                      <a:pt x="1377950" y="1607185"/>
                      <a:pt x="1314958" y="1633728"/>
                    </a:cubicBezTo>
                    <a:cubicBezTo>
                      <a:pt x="1285113" y="1647063"/>
                      <a:pt x="1270127" y="1662811"/>
                      <a:pt x="1270127" y="1680972"/>
                    </a:cubicBezTo>
                    <a:cubicBezTo>
                      <a:pt x="1270127" y="1699133"/>
                      <a:pt x="1281684" y="1713357"/>
                      <a:pt x="1304925" y="1723263"/>
                    </a:cubicBezTo>
                    <a:cubicBezTo>
                      <a:pt x="1404493" y="1766443"/>
                      <a:pt x="1486789" y="1809623"/>
                      <a:pt x="1551432" y="1852803"/>
                    </a:cubicBezTo>
                    <a:cubicBezTo>
                      <a:pt x="1616075" y="1895983"/>
                      <a:pt x="1667637" y="1944116"/>
                      <a:pt x="1705864" y="1997202"/>
                    </a:cubicBezTo>
                    <a:cubicBezTo>
                      <a:pt x="1744091" y="2050288"/>
                      <a:pt x="1770634" y="2110105"/>
                      <a:pt x="1785493" y="2176526"/>
                    </a:cubicBezTo>
                    <a:cubicBezTo>
                      <a:pt x="1800352" y="2242947"/>
                      <a:pt x="1807972" y="2320925"/>
                      <a:pt x="1807972" y="2410714"/>
                    </a:cubicBezTo>
                    <a:lnTo>
                      <a:pt x="1807972" y="2988437"/>
                    </a:lnTo>
                    <a:cubicBezTo>
                      <a:pt x="1807972" y="3320542"/>
                      <a:pt x="1645158" y="3486531"/>
                      <a:pt x="1319911" y="3486531"/>
                    </a:cubicBezTo>
                    <a:lnTo>
                      <a:pt x="189357" y="3486531"/>
                    </a:lnTo>
                    <a:cubicBezTo>
                      <a:pt x="119634" y="3486531"/>
                      <a:pt x="84709" y="3453384"/>
                      <a:pt x="84709" y="3386963"/>
                    </a:cubicBezTo>
                    <a:lnTo>
                      <a:pt x="0" y="99568"/>
                    </a:lnTo>
                    <a:cubicBezTo>
                      <a:pt x="0" y="33274"/>
                      <a:pt x="31496" y="0"/>
                      <a:pt x="94615" y="0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920590" y="666913"/>
              <a:ext cx="65384" cy="106703"/>
              <a:chOff x="0" y="0"/>
              <a:chExt cx="391528" cy="63895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-62" y="0"/>
                <a:ext cx="391648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91648">
                    <a:moveTo>
                      <a:pt x="146618" y="445389"/>
                    </a:moveTo>
                    <a:lnTo>
                      <a:pt x="246057" y="445389"/>
                    </a:lnTo>
                    <a:cubicBezTo>
                      <a:pt x="248851" y="445389"/>
                      <a:pt x="251518" y="444500"/>
                      <a:pt x="250629" y="440817"/>
                    </a:cubicBezTo>
                    <a:lnTo>
                      <a:pt x="200465" y="165227"/>
                    </a:lnTo>
                    <a:cubicBezTo>
                      <a:pt x="199576" y="161544"/>
                      <a:pt x="195893" y="161544"/>
                      <a:pt x="195004" y="165227"/>
                    </a:cubicBezTo>
                    <a:lnTo>
                      <a:pt x="142046" y="440944"/>
                    </a:lnTo>
                    <a:cubicBezTo>
                      <a:pt x="141157" y="444627"/>
                      <a:pt x="143824" y="445516"/>
                      <a:pt x="146618" y="445516"/>
                    </a:cubicBezTo>
                    <a:moveTo>
                      <a:pt x="284410" y="628904"/>
                    </a:moveTo>
                    <a:lnTo>
                      <a:pt x="267012" y="533019"/>
                    </a:lnTo>
                    <a:cubicBezTo>
                      <a:pt x="267012" y="530352"/>
                      <a:pt x="264218" y="528447"/>
                      <a:pt x="261551" y="528447"/>
                    </a:cubicBezTo>
                    <a:lnTo>
                      <a:pt x="129219" y="528447"/>
                    </a:lnTo>
                    <a:cubicBezTo>
                      <a:pt x="126425" y="528447"/>
                      <a:pt x="123758" y="529336"/>
                      <a:pt x="123758" y="532130"/>
                    </a:cubicBezTo>
                    <a:lnTo>
                      <a:pt x="105470" y="628904"/>
                    </a:lnTo>
                    <a:cubicBezTo>
                      <a:pt x="104581" y="636143"/>
                      <a:pt x="100009" y="638937"/>
                      <a:pt x="93660" y="638937"/>
                    </a:cubicBezTo>
                    <a:lnTo>
                      <a:pt x="9587" y="638937"/>
                    </a:lnTo>
                    <a:cubicBezTo>
                      <a:pt x="2348" y="638937"/>
                      <a:pt x="-1335" y="635254"/>
                      <a:pt x="443" y="627126"/>
                    </a:cubicBezTo>
                    <a:lnTo>
                      <a:pt x="134680" y="10033"/>
                    </a:lnTo>
                    <a:cubicBezTo>
                      <a:pt x="135569" y="3683"/>
                      <a:pt x="140141" y="0"/>
                      <a:pt x="146491" y="0"/>
                    </a:cubicBezTo>
                    <a:lnTo>
                      <a:pt x="244152" y="0"/>
                    </a:lnTo>
                    <a:cubicBezTo>
                      <a:pt x="250502" y="0"/>
                      <a:pt x="255074" y="3683"/>
                      <a:pt x="255963" y="10033"/>
                    </a:cubicBezTo>
                    <a:lnTo>
                      <a:pt x="391216" y="627126"/>
                    </a:lnTo>
                    <a:cubicBezTo>
                      <a:pt x="393121" y="635381"/>
                      <a:pt x="388549" y="638937"/>
                      <a:pt x="381183" y="638937"/>
                    </a:cubicBezTo>
                    <a:lnTo>
                      <a:pt x="296221" y="638937"/>
                    </a:lnTo>
                    <a:cubicBezTo>
                      <a:pt x="289871" y="638937"/>
                      <a:pt x="285299" y="636143"/>
                      <a:pt x="284410" y="628904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021269" y="666760"/>
              <a:ext cx="58517" cy="106856"/>
              <a:chOff x="0" y="0"/>
              <a:chExt cx="350406" cy="63986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350456" cy="639826"/>
              </a:xfrm>
              <a:custGeom>
                <a:avLst/>
                <a:gdLst/>
                <a:ahLst/>
                <a:cxnLst/>
                <a:rect r="r" b="b" t="t" l="l"/>
                <a:pathLst>
                  <a:path h="639826" w="350456">
                    <a:moveTo>
                      <a:pt x="105917" y="95885"/>
                    </a:moveTo>
                    <a:lnTo>
                      <a:pt x="105917" y="277495"/>
                    </a:lnTo>
                    <a:cubicBezTo>
                      <a:pt x="105917" y="280289"/>
                      <a:pt x="107695" y="282067"/>
                      <a:pt x="110489" y="282067"/>
                    </a:cubicBezTo>
                    <a:lnTo>
                      <a:pt x="166114" y="282067"/>
                    </a:lnTo>
                    <a:cubicBezTo>
                      <a:pt x="209929" y="282067"/>
                      <a:pt x="240027" y="246507"/>
                      <a:pt x="240027" y="188087"/>
                    </a:cubicBezTo>
                    <a:cubicBezTo>
                      <a:pt x="240027" y="127889"/>
                      <a:pt x="209929" y="91313"/>
                      <a:pt x="166114" y="91313"/>
                    </a:cubicBezTo>
                    <a:lnTo>
                      <a:pt x="110489" y="91313"/>
                    </a:lnTo>
                    <a:cubicBezTo>
                      <a:pt x="107695" y="91313"/>
                      <a:pt x="105917" y="93091"/>
                      <a:pt x="105917" y="95885"/>
                    </a:cubicBezTo>
                    <a:moveTo>
                      <a:pt x="240916" y="630682"/>
                    </a:moveTo>
                    <a:lnTo>
                      <a:pt x="162431" y="367792"/>
                    </a:lnTo>
                    <a:cubicBezTo>
                      <a:pt x="161542" y="366014"/>
                      <a:pt x="160653" y="364109"/>
                      <a:pt x="157859" y="364109"/>
                    </a:cubicBezTo>
                    <a:lnTo>
                      <a:pt x="110489" y="364109"/>
                    </a:lnTo>
                    <a:cubicBezTo>
                      <a:pt x="107695" y="364109"/>
                      <a:pt x="105917" y="365887"/>
                      <a:pt x="105917" y="368681"/>
                    </a:cubicBezTo>
                    <a:lnTo>
                      <a:pt x="105917" y="628904"/>
                    </a:lnTo>
                    <a:cubicBezTo>
                      <a:pt x="105917" y="635254"/>
                      <a:pt x="101345" y="639826"/>
                      <a:pt x="94995" y="639826"/>
                    </a:cubicBezTo>
                    <a:lnTo>
                      <a:pt x="10922" y="639826"/>
                    </a:lnTo>
                    <a:cubicBezTo>
                      <a:pt x="4572" y="639826"/>
                      <a:pt x="0" y="635254"/>
                      <a:pt x="0" y="628904"/>
                    </a:cubicBez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182497" y="0"/>
                    </a:lnTo>
                    <a:cubicBezTo>
                      <a:pt x="280159" y="0"/>
                      <a:pt x="345944" y="75819"/>
                      <a:pt x="345944" y="186182"/>
                    </a:cubicBezTo>
                    <a:cubicBezTo>
                      <a:pt x="345944" y="262001"/>
                      <a:pt x="314829" y="319405"/>
                      <a:pt x="262887" y="346837"/>
                    </a:cubicBezTo>
                    <a:cubicBezTo>
                      <a:pt x="260220" y="347726"/>
                      <a:pt x="259204" y="349504"/>
                      <a:pt x="260220" y="352298"/>
                    </a:cubicBezTo>
                    <a:lnTo>
                      <a:pt x="349627" y="626999"/>
                    </a:lnTo>
                    <a:cubicBezTo>
                      <a:pt x="352421" y="635254"/>
                      <a:pt x="347849" y="639826"/>
                      <a:pt x="340483" y="639826"/>
                    </a:cubicBezTo>
                    <a:lnTo>
                      <a:pt x="252854" y="639826"/>
                    </a:lnTo>
                    <a:cubicBezTo>
                      <a:pt x="246504" y="639826"/>
                      <a:pt x="242821" y="636143"/>
                      <a:pt x="241043" y="630682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1114407" y="666911"/>
              <a:ext cx="53200" cy="106705"/>
              <a:chOff x="0" y="0"/>
              <a:chExt cx="318567" cy="63896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318516" cy="638810"/>
              </a:xfrm>
              <a:custGeom>
                <a:avLst/>
                <a:gdLst/>
                <a:ahLst/>
                <a:cxnLst/>
                <a:rect r="r" b="b" t="t" l="l"/>
                <a:pathLst>
                  <a:path h="638810" w="318516">
                    <a:moveTo>
                      <a:pt x="307594" y="91313"/>
                    </a:moveTo>
                    <a:lnTo>
                      <a:pt x="110490" y="91313"/>
                    </a:lnTo>
                    <a:cubicBezTo>
                      <a:pt x="107823" y="91313"/>
                      <a:pt x="105918" y="93091"/>
                      <a:pt x="105918" y="95885"/>
                    </a:cubicBezTo>
                    <a:lnTo>
                      <a:pt x="105918" y="268351"/>
                    </a:lnTo>
                    <a:cubicBezTo>
                      <a:pt x="105918" y="271145"/>
                      <a:pt x="107823" y="272923"/>
                      <a:pt x="110490" y="272923"/>
                    </a:cubicBezTo>
                    <a:lnTo>
                      <a:pt x="227330" y="272923"/>
                    </a:lnTo>
                    <a:cubicBezTo>
                      <a:pt x="233680" y="272923"/>
                      <a:pt x="238252" y="277495"/>
                      <a:pt x="238252" y="283845"/>
                    </a:cubicBezTo>
                    <a:lnTo>
                      <a:pt x="238252" y="354076"/>
                    </a:lnTo>
                    <a:cubicBezTo>
                      <a:pt x="238252" y="360426"/>
                      <a:pt x="233680" y="364998"/>
                      <a:pt x="227330" y="364998"/>
                    </a:cubicBezTo>
                    <a:lnTo>
                      <a:pt x="110490" y="364998"/>
                    </a:lnTo>
                    <a:cubicBezTo>
                      <a:pt x="107823" y="364998"/>
                      <a:pt x="105918" y="366776"/>
                      <a:pt x="105918" y="369570"/>
                    </a:cubicBezTo>
                    <a:lnTo>
                      <a:pt x="105918" y="543052"/>
                    </a:lnTo>
                    <a:cubicBezTo>
                      <a:pt x="105918" y="545846"/>
                      <a:pt x="107823" y="547624"/>
                      <a:pt x="110490" y="547624"/>
                    </a:cubicBezTo>
                    <a:lnTo>
                      <a:pt x="307594" y="547624"/>
                    </a:lnTo>
                    <a:cubicBezTo>
                      <a:pt x="313944" y="547624"/>
                      <a:pt x="318516" y="552196"/>
                      <a:pt x="318516" y="558546"/>
                    </a:cubicBezTo>
                    <a:lnTo>
                      <a:pt x="318516" y="627888"/>
                    </a:lnTo>
                    <a:cubicBezTo>
                      <a:pt x="318516" y="634238"/>
                      <a:pt x="313944" y="638810"/>
                      <a:pt x="307594" y="638810"/>
                    </a:cubicBezTo>
                    <a:lnTo>
                      <a:pt x="10922" y="638810"/>
                    </a:lnTo>
                    <a:cubicBezTo>
                      <a:pt x="4572" y="638810"/>
                      <a:pt x="0" y="634238"/>
                      <a:pt x="0" y="627888"/>
                    </a:cubicBez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307594" y="0"/>
                    </a:lnTo>
                    <a:cubicBezTo>
                      <a:pt x="313944" y="0"/>
                      <a:pt x="318516" y="4572"/>
                      <a:pt x="318516" y="10922"/>
                    </a:cubicBezTo>
                    <a:lnTo>
                      <a:pt x="318516" y="80264"/>
                    </a:lnTo>
                    <a:cubicBezTo>
                      <a:pt x="318516" y="86614"/>
                      <a:pt x="313944" y="91186"/>
                      <a:pt x="307594" y="9118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1203729" y="666911"/>
              <a:ext cx="60667" cy="106705"/>
              <a:chOff x="0" y="0"/>
              <a:chExt cx="363284" cy="638962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63220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63220">
                    <a:moveTo>
                      <a:pt x="0" y="628015"/>
                    </a:move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98552" y="0"/>
                    </a:lnTo>
                    <a:cubicBezTo>
                      <a:pt x="104902" y="0"/>
                      <a:pt x="109474" y="2794"/>
                      <a:pt x="111379" y="8255"/>
                    </a:cubicBezTo>
                    <a:lnTo>
                      <a:pt x="252857" y="379730"/>
                    </a:lnTo>
                    <a:cubicBezTo>
                      <a:pt x="254635" y="383413"/>
                      <a:pt x="258318" y="383413"/>
                      <a:pt x="258318" y="378841"/>
                    </a:cubicBezTo>
                    <a:lnTo>
                      <a:pt x="258318" y="10922"/>
                    </a:lnTo>
                    <a:cubicBezTo>
                      <a:pt x="258318" y="4572"/>
                      <a:pt x="262890" y="0"/>
                      <a:pt x="269240" y="0"/>
                    </a:cubicBezTo>
                    <a:lnTo>
                      <a:pt x="352298" y="0"/>
                    </a:lnTo>
                    <a:cubicBezTo>
                      <a:pt x="358648" y="0"/>
                      <a:pt x="363220" y="4572"/>
                      <a:pt x="363220" y="10922"/>
                    </a:cubicBezTo>
                    <a:lnTo>
                      <a:pt x="363220" y="628015"/>
                    </a:lnTo>
                    <a:cubicBezTo>
                      <a:pt x="363220" y="634365"/>
                      <a:pt x="358648" y="638937"/>
                      <a:pt x="352298" y="638937"/>
                    </a:cubicBezTo>
                    <a:lnTo>
                      <a:pt x="263779" y="638937"/>
                    </a:lnTo>
                    <a:cubicBezTo>
                      <a:pt x="257429" y="638937"/>
                      <a:pt x="252857" y="636143"/>
                      <a:pt x="250952" y="630682"/>
                    </a:cubicBezTo>
                    <a:lnTo>
                      <a:pt x="108585" y="258318"/>
                    </a:lnTo>
                    <a:cubicBezTo>
                      <a:pt x="106807" y="254635"/>
                      <a:pt x="103124" y="255524"/>
                      <a:pt x="103124" y="259207"/>
                    </a:cubicBezTo>
                    <a:lnTo>
                      <a:pt x="104013" y="628015"/>
                    </a:lnTo>
                    <a:cubicBezTo>
                      <a:pt x="104013" y="634365"/>
                      <a:pt x="99441" y="638937"/>
                      <a:pt x="93091" y="638937"/>
                    </a:cubicBezTo>
                    <a:lnTo>
                      <a:pt x="10922" y="638937"/>
                    </a:lnTo>
                    <a:cubicBezTo>
                      <a:pt x="4572" y="638937"/>
                      <a:pt x="0" y="634365"/>
                      <a:pt x="0" y="62801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037229" y="10604"/>
              <a:ext cx="298875" cy="582256"/>
              <a:chOff x="0" y="0"/>
              <a:chExt cx="1789697" cy="348662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-9" y="0"/>
                <a:ext cx="1789693" cy="3486658"/>
              </a:xfrm>
              <a:custGeom>
                <a:avLst/>
                <a:gdLst/>
                <a:ahLst/>
                <a:cxnLst/>
                <a:rect r="r" b="b" t="t" l="l"/>
                <a:pathLst>
                  <a:path h="3486658" w="1789693">
                    <a:moveTo>
                      <a:pt x="544458" y="2198370"/>
                    </a:moveTo>
                    <a:cubicBezTo>
                      <a:pt x="544458" y="2284730"/>
                      <a:pt x="587511" y="2324608"/>
                      <a:pt x="673998" y="2317877"/>
                    </a:cubicBezTo>
                    <a:lnTo>
                      <a:pt x="1186951" y="2297938"/>
                    </a:lnTo>
                    <a:cubicBezTo>
                      <a:pt x="1266707" y="2291334"/>
                      <a:pt x="1306458" y="2248154"/>
                      <a:pt x="1306458" y="2168398"/>
                    </a:cubicBezTo>
                    <a:lnTo>
                      <a:pt x="1271660" y="602742"/>
                    </a:lnTo>
                    <a:cubicBezTo>
                      <a:pt x="1271660" y="519811"/>
                      <a:pt x="1228480" y="478282"/>
                      <a:pt x="1142120" y="478282"/>
                    </a:cubicBezTo>
                    <a:lnTo>
                      <a:pt x="624214" y="463169"/>
                    </a:lnTo>
                    <a:cubicBezTo>
                      <a:pt x="544458" y="463169"/>
                      <a:pt x="504707" y="504698"/>
                      <a:pt x="504707" y="587629"/>
                    </a:cubicBezTo>
                    <a:close/>
                    <a:moveTo>
                      <a:pt x="1281693" y="0"/>
                    </a:moveTo>
                    <a:cubicBezTo>
                      <a:pt x="1617100" y="0"/>
                      <a:pt x="1784740" y="166116"/>
                      <a:pt x="1784740" y="498094"/>
                    </a:cubicBezTo>
                    <a:lnTo>
                      <a:pt x="1789693" y="2268093"/>
                    </a:lnTo>
                    <a:cubicBezTo>
                      <a:pt x="1789693" y="2603500"/>
                      <a:pt x="1625355" y="2772918"/>
                      <a:pt x="1296552" y="2776093"/>
                    </a:cubicBezTo>
                    <a:lnTo>
                      <a:pt x="554364" y="2786126"/>
                    </a:lnTo>
                    <a:cubicBezTo>
                      <a:pt x="225561" y="2789428"/>
                      <a:pt x="56270" y="2626741"/>
                      <a:pt x="46364" y="2297938"/>
                    </a:cubicBezTo>
                    <a:lnTo>
                      <a:pt x="1533" y="498094"/>
                    </a:lnTo>
                    <a:cubicBezTo>
                      <a:pt x="-8373" y="166116"/>
                      <a:pt x="154314" y="0"/>
                      <a:pt x="489721" y="0"/>
                    </a:cubicBezTo>
                    <a:close/>
                    <a:moveTo>
                      <a:pt x="160918" y="3486658"/>
                    </a:moveTo>
                    <a:cubicBezTo>
                      <a:pt x="81162" y="3486658"/>
                      <a:pt x="36331" y="3445129"/>
                      <a:pt x="26425" y="3362198"/>
                    </a:cubicBezTo>
                    <a:lnTo>
                      <a:pt x="1533" y="3132963"/>
                    </a:lnTo>
                    <a:cubicBezTo>
                      <a:pt x="-8373" y="3050032"/>
                      <a:pt x="29727" y="3008376"/>
                      <a:pt x="116087" y="3008376"/>
                    </a:cubicBezTo>
                    <a:lnTo>
                      <a:pt x="1670186" y="3008376"/>
                    </a:lnTo>
                    <a:cubicBezTo>
                      <a:pt x="1749815" y="3008376"/>
                      <a:pt x="1789693" y="3049905"/>
                      <a:pt x="1789693" y="3132963"/>
                    </a:cubicBezTo>
                    <a:lnTo>
                      <a:pt x="1789693" y="3362071"/>
                    </a:lnTo>
                    <a:cubicBezTo>
                      <a:pt x="1789693" y="3445129"/>
                      <a:pt x="1746513" y="3486531"/>
                      <a:pt x="1660153" y="3486531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1303724" y="666911"/>
              <a:ext cx="56706" cy="106705"/>
              <a:chOff x="0" y="0"/>
              <a:chExt cx="339560" cy="638962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339471" cy="638937"/>
              </a:xfrm>
              <a:custGeom>
                <a:avLst/>
                <a:gdLst/>
                <a:ahLst/>
                <a:cxnLst/>
                <a:rect r="r" b="b" t="t" l="l"/>
                <a:pathLst>
                  <a:path h="638937" w="339471">
                    <a:moveTo>
                      <a:pt x="110490" y="547624"/>
                    </a:moveTo>
                    <a:lnTo>
                      <a:pt x="165227" y="546735"/>
                    </a:lnTo>
                    <a:cubicBezTo>
                      <a:pt x="205359" y="546735"/>
                      <a:pt x="232791" y="512064"/>
                      <a:pt x="233680" y="458216"/>
                    </a:cubicBezTo>
                    <a:lnTo>
                      <a:pt x="233680" y="180721"/>
                    </a:lnTo>
                    <a:cubicBezTo>
                      <a:pt x="233680" y="125984"/>
                      <a:pt x="207137" y="91313"/>
                      <a:pt x="164338" y="91313"/>
                    </a:cubicBezTo>
                    <a:lnTo>
                      <a:pt x="110490" y="91313"/>
                    </a:lnTo>
                    <a:cubicBezTo>
                      <a:pt x="107696" y="91313"/>
                      <a:pt x="105918" y="93091"/>
                      <a:pt x="105918" y="95885"/>
                    </a:cubicBezTo>
                    <a:lnTo>
                      <a:pt x="105918" y="543179"/>
                    </a:lnTo>
                    <a:cubicBezTo>
                      <a:pt x="105918" y="545973"/>
                      <a:pt x="107696" y="547751"/>
                      <a:pt x="110490" y="547751"/>
                    </a:cubicBezTo>
                    <a:moveTo>
                      <a:pt x="0" y="628015"/>
                    </a:move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167005" y="0"/>
                    </a:lnTo>
                    <a:cubicBezTo>
                      <a:pt x="272034" y="0"/>
                      <a:pt x="339471" y="68453"/>
                      <a:pt x="339471" y="174371"/>
                    </a:cubicBezTo>
                    <a:lnTo>
                      <a:pt x="339471" y="464566"/>
                    </a:lnTo>
                    <a:cubicBezTo>
                      <a:pt x="339471" y="570484"/>
                      <a:pt x="271907" y="638937"/>
                      <a:pt x="167005" y="638937"/>
                    </a:cubicBezTo>
                    <a:lnTo>
                      <a:pt x="10922" y="638937"/>
                    </a:lnTo>
                    <a:cubicBezTo>
                      <a:pt x="4572" y="638937"/>
                      <a:pt x="0" y="634365"/>
                      <a:pt x="0" y="62801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1360296" y="10604"/>
              <a:ext cx="277819" cy="583921"/>
              <a:chOff x="0" y="0"/>
              <a:chExt cx="1663611" cy="349658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663574" cy="3496564"/>
              </a:xfrm>
              <a:custGeom>
                <a:avLst/>
                <a:gdLst/>
                <a:ahLst/>
                <a:cxnLst/>
                <a:rect r="r" b="b" t="t" l="l"/>
                <a:pathLst>
                  <a:path h="3496564" w="1663574">
                    <a:moveTo>
                      <a:pt x="1075818" y="3247517"/>
                    </a:moveTo>
                    <a:cubicBezTo>
                      <a:pt x="1075818" y="3413506"/>
                      <a:pt x="992760" y="3496564"/>
                      <a:pt x="826770" y="3496564"/>
                    </a:cubicBezTo>
                    <a:lnTo>
                      <a:pt x="811911" y="3496564"/>
                    </a:lnTo>
                    <a:cubicBezTo>
                      <a:pt x="645795" y="3496564"/>
                      <a:pt x="562864" y="3413506"/>
                      <a:pt x="562864" y="3247517"/>
                    </a:cubicBezTo>
                    <a:lnTo>
                      <a:pt x="577723" y="602742"/>
                    </a:lnTo>
                    <a:cubicBezTo>
                      <a:pt x="577723" y="519811"/>
                      <a:pt x="536194" y="478282"/>
                      <a:pt x="453263" y="478282"/>
                    </a:cubicBezTo>
                    <a:lnTo>
                      <a:pt x="129540" y="483235"/>
                    </a:lnTo>
                    <a:cubicBezTo>
                      <a:pt x="46482" y="483235"/>
                      <a:pt x="5080" y="441706"/>
                      <a:pt x="5080" y="358775"/>
                    </a:cubicBezTo>
                    <a:lnTo>
                      <a:pt x="0" y="124460"/>
                    </a:lnTo>
                    <a:cubicBezTo>
                      <a:pt x="0" y="41529"/>
                      <a:pt x="41529" y="0"/>
                      <a:pt x="124460" y="0"/>
                    </a:cubicBezTo>
                    <a:lnTo>
                      <a:pt x="1539114" y="0"/>
                    </a:lnTo>
                    <a:cubicBezTo>
                      <a:pt x="1622045" y="0"/>
                      <a:pt x="1663574" y="41529"/>
                      <a:pt x="1663574" y="124460"/>
                    </a:cubicBezTo>
                    <a:lnTo>
                      <a:pt x="1658621" y="338582"/>
                    </a:lnTo>
                    <a:cubicBezTo>
                      <a:pt x="1658621" y="421640"/>
                      <a:pt x="1617092" y="463169"/>
                      <a:pt x="1534161" y="463169"/>
                    </a:cubicBezTo>
                    <a:lnTo>
                      <a:pt x="1225297" y="468122"/>
                    </a:lnTo>
                    <a:cubicBezTo>
                      <a:pt x="1142239" y="468122"/>
                      <a:pt x="1100710" y="509651"/>
                      <a:pt x="1100710" y="592582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1397924" y="666911"/>
              <a:ext cx="53200" cy="106705"/>
              <a:chOff x="0" y="0"/>
              <a:chExt cx="318567" cy="638962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318516" cy="638810"/>
              </a:xfrm>
              <a:custGeom>
                <a:avLst/>
                <a:gdLst/>
                <a:ahLst/>
                <a:cxnLst/>
                <a:rect r="r" b="b" t="t" l="l"/>
                <a:pathLst>
                  <a:path h="638810" w="318516">
                    <a:moveTo>
                      <a:pt x="307594" y="91313"/>
                    </a:moveTo>
                    <a:lnTo>
                      <a:pt x="110490" y="91313"/>
                    </a:lnTo>
                    <a:cubicBezTo>
                      <a:pt x="107823" y="91313"/>
                      <a:pt x="105918" y="93091"/>
                      <a:pt x="105918" y="95885"/>
                    </a:cubicBezTo>
                    <a:lnTo>
                      <a:pt x="105918" y="268351"/>
                    </a:lnTo>
                    <a:cubicBezTo>
                      <a:pt x="105918" y="271145"/>
                      <a:pt x="107823" y="272923"/>
                      <a:pt x="110490" y="272923"/>
                    </a:cubicBezTo>
                    <a:lnTo>
                      <a:pt x="227330" y="272923"/>
                    </a:lnTo>
                    <a:cubicBezTo>
                      <a:pt x="233680" y="272923"/>
                      <a:pt x="238252" y="277495"/>
                      <a:pt x="238252" y="283845"/>
                    </a:cubicBezTo>
                    <a:lnTo>
                      <a:pt x="238252" y="354076"/>
                    </a:lnTo>
                    <a:cubicBezTo>
                      <a:pt x="238252" y="360426"/>
                      <a:pt x="233680" y="364998"/>
                      <a:pt x="227330" y="364998"/>
                    </a:cubicBezTo>
                    <a:lnTo>
                      <a:pt x="110490" y="364998"/>
                    </a:lnTo>
                    <a:cubicBezTo>
                      <a:pt x="107823" y="364998"/>
                      <a:pt x="105918" y="366776"/>
                      <a:pt x="105918" y="369570"/>
                    </a:cubicBezTo>
                    <a:lnTo>
                      <a:pt x="105918" y="543052"/>
                    </a:lnTo>
                    <a:cubicBezTo>
                      <a:pt x="105918" y="545846"/>
                      <a:pt x="107823" y="547624"/>
                      <a:pt x="110490" y="547624"/>
                    </a:cubicBezTo>
                    <a:lnTo>
                      <a:pt x="307594" y="547624"/>
                    </a:lnTo>
                    <a:cubicBezTo>
                      <a:pt x="313944" y="547624"/>
                      <a:pt x="318516" y="552196"/>
                      <a:pt x="318516" y="558546"/>
                    </a:cubicBezTo>
                    <a:lnTo>
                      <a:pt x="318516" y="627888"/>
                    </a:lnTo>
                    <a:cubicBezTo>
                      <a:pt x="318516" y="634238"/>
                      <a:pt x="313944" y="638810"/>
                      <a:pt x="307594" y="638810"/>
                    </a:cubicBezTo>
                    <a:lnTo>
                      <a:pt x="10922" y="638810"/>
                    </a:lnTo>
                    <a:cubicBezTo>
                      <a:pt x="4572" y="638810"/>
                      <a:pt x="0" y="634238"/>
                      <a:pt x="0" y="627888"/>
                    </a:cubicBezTo>
                    <a:lnTo>
                      <a:pt x="0" y="10922"/>
                    </a:lnTo>
                    <a:cubicBezTo>
                      <a:pt x="0" y="4572"/>
                      <a:pt x="4572" y="0"/>
                      <a:pt x="10922" y="0"/>
                    </a:cubicBezTo>
                    <a:lnTo>
                      <a:pt x="307594" y="0"/>
                    </a:lnTo>
                    <a:cubicBezTo>
                      <a:pt x="313944" y="0"/>
                      <a:pt x="318516" y="4572"/>
                      <a:pt x="318516" y="10922"/>
                    </a:cubicBezTo>
                    <a:lnTo>
                      <a:pt x="318516" y="80264"/>
                    </a:lnTo>
                    <a:cubicBezTo>
                      <a:pt x="318516" y="86614"/>
                      <a:pt x="313944" y="91186"/>
                      <a:pt x="307594" y="9118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</p:grpSp>
      <p:sp>
        <p:nvSpPr>
          <p:cNvPr name="Freeform 65" id="65"/>
          <p:cNvSpPr/>
          <p:nvPr/>
        </p:nvSpPr>
        <p:spPr>
          <a:xfrm flipH="false" flipV="false" rot="0">
            <a:off x="10161000" y="7639709"/>
            <a:ext cx="3523525" cy="2453875"/>
          </a:xfrm>
          <a:custGeom>
            <a:avLst/>
            <a:gdLst/>
            <a:ahLst/>
            <a:cxnLst/>
            <a:rect r="r" b="b" t="t" l="l"/>
            <a:pathLst>
              <a:path h="2453875" w="3523525">
                <a:moveTo>
                  <a:pt x="0" y="0"/>
                </a:moveTo>
                <a:lnTo>
                  <a:pt x="3523525" y="0"/>
                </a:lnTo>
                <a:lnTo>
                  <a:pt x="3523525" y="2453875"/>
                </a:lnTo>
                <a:lnTo>
                  <a:pt x="0" y="245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7157291" y="8576541"/>
            <a:ext cx="859098" cy="527436"/>
            <a:chOff x="0" y="0"/>
            <a:chExt cx="7998308" cy="491049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3819526" y="1589023"/>
              <a:ext cx="3540761" cy="3257929"/>
            </a:xfrm>
            <a:custGeom>
              <a:avLst/>
              <a:gdLst/>
              <a:ahLst/>
              <a:cxnLst/>
              <a:rect r="r" b="b" t="t" l="l"/>
              <a:pathLst>
                <a:path h="3257929" w="3540761">
                  <a:moveTo>
                    <a:pt x="476504" y="554101"/>
                  </a:moveTo>
                  <a:lnTo>
                    <a:pt x="437769" y="774065"/>
                  </a:lnTo>
                  <a:lnTo>
                    <a:pt x="415290" y="901318"/>
                  </a:lnTo>
                  <a:lnTo>
                    <a:pt x="0" y="3257929"/>
                  </a:lnTo>
                  <a:lnTo>
                    <a:pt x="998219" y="3257929"/>
                  </a:lnTo>
                  <a:lnTo>
                    <a:pt x="1315974" y="1455419"/>
                  </a:lnTo>
                  <a:lnTo>
                    <a:pt x="1413764" y="901319"/>
                  </a:lnTo>
                  <a:lnTo>
                    <a:pt x="3382010" y="901319"/>
                  </a:lnTo>
                  <a:lnTo>
                    <a:pt x="3540760" y="0"/>
                  </a:lnTo>
                  <a:lnTo>
                    <a:pt x="574294" y="0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63580" y="63500"/>
              <a:ext cx="7871255" cy="4783452"/>
            </a:xfrm>
            <a:custGeom>
              <a:avLst/>
              <a:gdLst/>
              <a:ahLst/>
              <a:cxnLst/>
              <a:rect r="r" b="b" t="t" l="l"/>
              <a:pathLst>
                <a:path h="4783452" w="7871255">
                  <a:moveTo>
                    <a:pt x="4023916" y="0"/>
                  </a:moveTo>
                  <a:lnTo>
                    <a:pt x="3961813" y="0"/>
                  </a:lnTo>
                  <a:lnTo>
                    <a:pt x="2307510" y="0"/>
                  </a:lnTo>
                  <a:lnTo>
                    <a:pt x="2148506" y="901318"/>
                  </a:lnTo>
                  <a:lnTo>
                    <a:pt x="2866692" y="901318"/>
                  </a:lnTo>
                  <a:lnTo>
                    <a:pt x="2377995" y="3674108"/>
                  </a:lnTo>
                  <a:cubicBezTo>
                    <a:pt x="2353357" y="3812918"/>
                    <a:pt x="2271950" y="3882134"/>
                    <a:pt x="2133393" y="3882134"/>
                  </a:cubicBezTo>
                  <a:lnTo>
                    <a:pt x="1190418" y="3882134"/>
                  </a:lnTo>
                  <a:cubicBezTo>
                    <a:pt x="1051607" y="3882134"/>
                    <a:pt x="994584" y="3812918"/>
                    <a:pt x="1019222" y="3674108"/>
                  </a:cubicBezTo>
                  <a:lnTo>
                    <a:pt x="1110154" y="3158488"/>
                  </a:lnTo>
                  <a:lnTo>
                    <a:pt x="1190164" y="2703574"/>
                  </a:lnTo>
                  <a:lnTo>
                    <a:pt x="191944" y="2703574"/>
                  </a:lnTo>
                  <a:lnTo>
                    <a:pt x="111934" y="3158488"/>
                  </a:lnTo>
                  <a:lnTo>
                    <a:pt x="30781" y="3618736"/>
                  </a:lnTo>
                  <a:cubicBezTo>
                    <a:pt x="-106125" y="4395340"/>
                    <a:pt x="213661" y="4783452"/>
                    <a:pt x="990012" y="4783452"/>
                  </a:cubicBezTo>
                  <a:lnTo>
                    <a:pt x="2015918" y="4783452"/>
                  </a:lnTo>
                  <a:cubicBezTo>
                    <a:pt x="2792524" y="4783452"/>
                    <a:pt x="3249089" y="4395340"/>
                    <a:pt x="3385995" y="3618736"/>
                  </a:cubicBezTo>
                  <a:lnTo>
                    <a:pt x="3865039" y="901318"/>
                  </a:lnTo>
                  <a:lnTo>
                    <a:pt x="7712504" y="901318"/>
                  </a:lnTo>
                  <a:lnTo>
                    <a:pt x="7791752" y="450850"/>
                  </a:lnTo>
                  <a:lnTo>
                    <a:pt x="7871254" y="0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982848" y="9528688"/>
            <a:ext cx="2093167" cy="527436"/>
            <a:chOff x="0" y="0"/>
            <a:chExt cx="2790889" cy="703248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237908"/>
              <a:ext cx="265246" cy="438794"/>
              <a:chOff x="0" y="0"/>
              <a:chExt cx="551624" cy="912546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551688" cy="912622"/>
              </a:xfrm>
              <a:custGeom>
                <a:avLst/>
                <a:gdLst/>
                <a:ahLst/>
                <a:cxnLst/>
                <a:rect r="r" b="b" t="t" l="l"/>
                <a:pathLst>
                  <a:path h="912622" w="551688">
                    <a:moveTo>
                      <a:pt x="121539" y="172720"/>
                    </a:moveTo>
                    <a:lnTo>
                      <a:pt x="359664" y="172720"/>
                    </a:lnTo>
                    <a:lnTo>
                      <a:pt x="359664" y="604139"/>
                    </a:lnTo>
                    <a:cubicBezTo>
                      <a:pt x="359664" y="705231"/>
                      <a:pt x="281559" y="735965"/>
                      <a:pt x="185547" y="735965"/>
                    </a:cubicBezTo>
                    <a:cubicBezTo>
                      <a:pt x="118999" y="735965"/>
                      <a:pt x="49911" y="718058"/>
                      <a:pt x="0" y="687324"/>
                    </a:cubicBezTo>
                    <a:lnTo>
                      <a:pt x="0" y="866521"/>
                    </a:lnTo>
                    <a:cubicBezTo>
                      <a:pt x="56261" y="892048"/>
                      <a:pt x="141986" y="912622"/>
                      <a:pt x="231648" y="912622"/>
                    </a:cubicBezTo>
                    <a:cubicBezTo>
                      <a:pt x="403225" y="912622"/>
                      <a:pt x="551688" y="837184"/>
                      <a:pt x="551688" y="625983"/>
                    </a:cubicBezTo>
                    <a:lnTo>
                      <a:pt x="551688" y="0"/>
                    </a:lnTo>
                    <a:lnTo>
                      <a:pt x="121539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413535" y="233291"/>
              <a:ext cx="457875" cy="448028"/>
              <a:chOff x="0" y="0"/>
              <a:chExt cx="952221" cy="931748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952246" cy="931799"/>
              </a:xfrm>
              <a:custGeom>
                <a:avLst/>
                <a:gdLst/>
                <a:ahLst/>
                <a:cxnLst/>
                <a:rect r="r" b="b" t="t" l="l"/>
                <a:pathLst>
                  <a:path h="931799" w="952246">
                    <a:moveTo>
                      <a:pt x="476123" y="753872"/>
                    </a:moveTo>
                    <a:cubicBezTo>
                      <a:pt x="289179" y="753872"/>
                      <a:pt x="195834" y="623316"/>
                      <a:pt x="195834" y="465963"/>
                    </a:cubicBezTo>
                    <a:cubicBezTo>
                      <a:pt x="195834" y="308610"/>
                      <a:pt x="289179" y="177927"/>
                      <a:pt x="476123" y="177927"/>
                    </a:cubicBezTo>
                    <a:cubicBezTo>
                      <a:pt x="661670" y="177927"/>
                      <a:pt x="755142" y="308483"/>
                      <a:pt x="755142" y="465963"/>
                    </a:cubicBezTo>
                    <a:cubicBezTo>
                      <a:pt x="755142" y="623443"/>
                      <a:pt x="661670" y="753872"/>
                      <a:pt x="476123" y="753872"/>
                    </a:cubicBezTo>
                    <a:moveTo>
                      <a:pt x="476123" y="0"/>
                    </a:moveTo>
                    <a:cubicBezTo>
                      <a:pt x="158750" y="0"/>
                      <a:pt x="0" y="222758"/>
                      <a:pt x="0" y="465836"/>
                    </a:cubicBezTo>
                    <a:cubicBezTo>
                      <a:pt x="0" y="708914"/>
                      <a:pt x="158750" y="931799"/>
                      <a:pt x="476123" y="931799"/>
                    </a:cubicBezTo>
                    <a:cubicBezTo>
                      <a:pt x="793496" y="931799"/>
                      <a:pt x="952246" y="709041"/>
                      <a:pt x="952246" y="465836"/>
                    </a:cubicBezTo>
                    <a:cubicBezTo>
                      <a:pt x="952246" y="222631"/>
                      <a:pt x="793496" y="0"/>
                      <a:pt x="476123" y="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1021784" y="241906"/>
              <a:ext cx="381576" cy="430802"/>
              <a:chOff x="0" y="0"/>
              <a:chExt cx="793547" cy="89592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793496" cy="895858"/>
              </a:xfrm>
              <a:custGeom>
                <a:avLst/>
                <a:gdLst/>
                <a:ahLst/>
                <a:cxnLst/>
                <a:rect r="r" b="b" t="t" l="l"/>
                <a:pathLst>
                  <a:path h="895858" w="793496">
                    <a:moveTo>
                      <a:pt x="776859" y="0"/>
                    </a:moveTo>
                    <a:lnTo>
                      <a:pt x="563118" y="0"/>
                    </a:lnTo>
                    <a:lnTo>
                      <a:pt x="336550" y="355854"/>
                    </a:lnTo>
                    <a:lnTo>
                      <a:pt x="336550" y="358140"/>
                    </a:lnTo>
                    <a:lnTo>
                      <a:pt x="192024" y="358140"/>
                    </a:lnTo>
                    <a:lnTo>
                      <a:pt x="192024" y="355854"/>
                    </a:lnTo>
                    <a:lnTo>
                      <a:pt x="192024" y="0"/>
                    </a:lnTo>
                    <a:lnTo>
                      <a:pt x="0" y="0"/>
                    </a:lnTo>
                    <a:lnTo>
                      <a:pt x="0" y="895858"/>
                    </a:lnTo>
                    <a:lnTo>
                      <a:pt x="192024" y="895858"/>
                    </a:lnTo>
                    <a:lnTo>
                      <a:pt x="192024" y="529844"/>
                    </a:lnTo>
                    <a:lnTo>
                      <a:pt x="336550" y="529844"/>
                    </a:lnTo>
                    <a:lnTo>
                      <a:pt x="581025" y="895858"/>
                    </a:lnTo>
                    <a:lnTo>
                      <a:pt x="793496" y="895858"/>
                    </a:lnTo>
                    <a:lnTo>
                      <a:pt x="486410" y="43649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1553728" y="241906"/>
              <a:ext cx="345471" cy="81237"/>
              <a:chOff x="0" y="0"/>
              <a:chExt cx="718464" cy="168948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718439" cy="168910"/>
              </a:xfrm>
              <a:custGeom>
                <a:avLst/>
                <a:gdLst/>
                <a:ahLst/>
                <a:cxnLst/>
                <a:rect r="r" b="b" t="t" l="l"/>
                <a:pathLst>
                  <a:path h="168910" w="718439">
                    <a:moveTo>
                      <a:pt x="0" y="168910"/>
                    </a:moveTo>
                    <a:lnTo>
                      <a:pt x="718439" y="168910"/>
                    </a:lnTo>
                    <a:lnTo>
                      <a:pt x="71843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1553728" y="416682"/>
              <a:ext cx="345471" cy="81237"/>
              <a:chOff x="0" y="0"/>
              <a:chExt cx="718464" cy="168948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718439" cy="168910"/>
              </a:xfrm>
              <a:custGeom>
                <a:avLst/>
                <a:gdLst/>
                <a:ahLst/>
                <a:cxnLst/>
                <a:rect r="r" b="b" t="t" l="l"/>
                <a:pathLst>
                  <a:path h="168910" w="718439">
                    <a:moveTo>
                      <a:pt x="0" y="168910"/>
                    </a:moveTo>
                    <a:lnTo>
                      <a:pt x="718439" y="168910"/>
                    </a:lnTo>
                    <a:lnTo>
                      <a:pt x="71843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1553728" y="591476"/>
              <a:ext cx="345471" cy="81232"/>
              <a:chOff x="0" y="0"/>
              <a:chExt cx="718464" cy="168935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718439" cy="168910"/>
              </a:xfrm>
              <a:custGeom>
                <a:avLst/>
                <a:gdLst/>
                <a:ahLst/>
                <a:cxnLst/>
                <a:rect r="r" b="b" t="t" l="l"/>
                <a:pathLst>
                  <a:path h="168910" w="718439">
                    <a:moveTo>
                      <a:pt x="0" y="168910"/>
                    </a:moveTo>
                    <a:lnTo>
                      <a:pt x="718439" y="168910"/>
                    </a:lnTo>
                    <a:lnTo>
                      <a:pt x="71843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2049480" y="0"/>
              <a:ext cx="741409" cy="703248"/>
              <a:chOff x="0" y="0"/>
              <a:chExt cx="1541882" cy="1462519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63500" y="503048"/>
                <a:ext cx="796165" cy="895987"/>
              </a:xfrm>
              <a:custGeom>
                <a:avLst/>
                <a:gdLst/>
                <a:ahLst/>
                <a:cxnLst/>
                <a:rect r="r" b="b" t="t" l="l"/>
                <a:pathLst>
                  <a:path h="895987" w="796165">
                    <a:moveTo>
                      <a:pt x="377572" y="422403"/>
                    </a:moveTo>
                    <a:lnTo>
                      <a:pt x="192025" y="422403"/>
                    </a:lnTo>
                    <a:lnTo>
                      <a:pt x="192025" y="169165"/>
                    </a:lnTo>
                    <a:lnTo>
                      <a:pt x="192025" y="168911"/>
                    </a:lnTo>
                    <a:lnTo>
                      <a:pt x="377572" y="168911"/>
                    </a:lnTo>
                    <a:cubicBezTo>
                      <a:pt x="458217" y="168911"/>
                      <a:pt x="528576" y="203455"/>
                      <a:pt x="528576" y="295657"/>
                    </a:cubicBezTo>
                    <a:cubicBezTo>
                      <a:pt x="528576" y="386589"/>
                      <a:pt x="458217" y="422403"/>
                      <a:pt x="377572" y="422403"/>
                    </a:cubicBezTo>
                    <a:moveTo>
                      <a:pt x="528576" y="558040"/>
                    </a:moveTo>
                    <a:cubicBezTo>
                      <a:pt x="637415" y="523496"/>
                      <a:pt x="724410" y="445390"/>
                      <a:pt x="724410" y="291847"/>
                    </a:cubicBezTo>
                    <a:cubicBezTo>
                      <a:pt x="724410" y="65279"/>
                      <a:pt x="542673" y="0"/>
                      <a:pt x="368555" y="0"/>
                    </a:cubicBezTo>
                    <a:lnTo>
                      <a:pt x="0" y="0"/>
                    </a:lnTo>
                    <a:lnTo>
                      <a:pt x="0" y="895988"/>
                    </a:lnTo>
                    <a:lnTo>
                      <a:pt x="192025" y="895988"/>
                    </a:lnTo>
                    <a:lnTo>
                      <a:pt x="192025" y="582424"/>
                    </a:lnTo>
                    <a:lnTo>
                      <a:pt x="332741" y="582424"/>
                    </a:lnTo>
                    <a:lnTo>
                      <a:pt x="574677" y="895988"/>
                    </a:lnTo>
                    <a:lnTo>
                      <a:pt x="796165" y="895988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846965" y="63500"/>
                <a:ext cx="631446" cy="631446"/>
              </a:xfrm>
              <a:custGeom>
                <a:avLst/>
                <a:gdLst/>
                <a:ahLst/>
                <a:cxnLst/>
                <a:rect r="r" b="b" t="t" l="l"/>
                <a:pathLst>
                  <a:path h="631446" w="631446">
                    <a:moveTo>
                      <a:pt x="631446" y="315723"/>
                    </a:moveTo>
                    <a:cubicBezTo>
                      <a:pt x="631446" y="490094"/>
                      <a:pt x="490095" y="631446"/>
                      <a:pt x="315723" y="631446"/>
                    </a:cubicBezTo>
                    <a:cubicBezTo>
                      <a:pt x="141352" y="631446"/>
                      <a:pt x="0" y="490094"/>
                      <a:pt x="0" y="315723"/>
                    </a:cubicBezTo>
                    <a:cubicBezTo>
                      <a:pt x="0" y="141352"/>
                      <a:pt x="141352" y="0"/>
                      <a:pt x="315723" y="0"/>
                    </a:cubicBezTo>
                    <a:cubicBezTo>
                      <a:pt x="490095" y="0"/>
                      <a:pt x="631446" y="141352"/>
                      <a:pt x="631446" y="315723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85" id="85"/>
              <p:cNvSpPr/>
              <p:nvPr/>
            </p:nvSpPr>
            <p:spPr>
              <a:xfrm flipH="false" flipV="false" rot="0">
                <a:off x="1026290" y="209043"/>
                <a:ext cx="272797" cy="64135"/>
              </a:xfrm>
              <a:custGeom>
                <a:avLst/>
                <a:gdLst/>
                <a:ahLst/>
                <a:cxnLst/>
                <a:rect r="r" b="b" t="t" l="l"/>
                <a:pathLst>
                  <a:path h="64135" w="272797">
                    <a:moveTo>
                      <a:pt x="0" y="0"/>
                    </a:moveTo>
                    <a:lnTo>
                      <a:pt x="272796" y="0"/>
                    </a:lnTo>
                    <a:lnTo>
                      <a:pt x="272796" y="64135"/>
                    </a:lnTo>
                    <a:lnTo>
                      <a:pt x="0" y="64135"/>
                    </a:lnTo>
                    <a:close/>
                  </a:path>
                </a:pathLst>
              </a:custGeom>
              <a:solidFill>
                <a:srgbClr val="FFFAF1">
                  <a:alpha val="58824"/>
                </a:srgbClr>
              </a:solidFill>
            </p:spPr>
          </p:sp>
          <p:sp>
            <p:nvSpPr>
              <p:cNvPr name="Freeform 86" id="86"/>
              <p:cNvSpPr/>
              <p:nvPr/>
            </p:nvSpPr>
            <p:spPr>
              <a:xfrm flipH="false" flipV="false" rot="0">
                <a:off x="1026290" y="347092"/>
                <a:ext cx="272797" cy="64135"/>
              </a:xfrm>
              <a:custGeom>
                <a:avLst/>
                <a:gdLst/>
                <a:ahLst/>
                <a:cxnLst/>
                <a:rect r="r" b="b" t="t" l="l"/>
                <a:pathLst>
                  <a:path h="64135" w="272797">
                    <a:moveTo>
                      <a:pt x="0" y="0"/>
                    </a:moveTo>
                    <a:lnTo>
                      <a:pt x="272796" y="0"/>
                    </a:lnTo>
                    <a:lnTo>
                      <a:pt x="272796" y="64135"/>
                    </a:lnTo>
                    <a:lnTo>
                      <a:pt x="0" y="64135"/>
                    </a:lnTo>
                    <a:close/>
                  </a:path>
                </a:pathLst>
              </a:custGeom>
              <a:solidFill>
                <a:srgbClr val="FFFAF1">
                  <a:alpha val="58824"/>
                </a:srgbClr>
              </a:solidFill>
            </p:spPr>
          </p:sp>
          <p:sp>
            <p:nvSpPr>
              <p:cNvPr name="Freeform 87" id="87"/>
              <p:cNvSpPr/>
              <p:nvPr/>
            </p:nvSpPr>
            <p:spPr>
              <a:xfrm flipH="false" flipV="false" rot="0">
                <a:off x="1026290" y="485141"/>
                <a:ext cx="272797" cy="64135"/>
              </a:xfrm>
              <a:custGeom>
                <a:avLst/>
                <a:gdLst/>
                <a:ahLst/>
                <a:cxnLst/>
                <a:rect r="r" b="b" t="t" l="l"/>
                <a:pathLst>
                  <a:path h="64135" w="272797">
                    <a:moveTo>
                      <a:pt x="0" y="0"/>
                    </a:moveTo>
                    <a:lnTo>
                      <a:pt x="272796" y="0"/>
                    </a:lnTo>
                    <a:lnTo>
                      <a:pt x="272796" y="64135"/>
                    </a:lnTo>
                    <a:lnTo>
                      <a:pt x="0" y="64135"/>
                    </a:lnTo>
                    <a:close/>
                  </a:path>
                </a:pathLst>
              </a:custGeom>
              <a:solidFill>
                <a:srgbClr val="FFFAF1">
                  <a:alpha val="58824"/>
                </a:srgbClr>
              </a:solidFill>
            </p:spPr>
          </p:sp>
        </p:grpSp>
      </p:grpSp>
      <p:grpSp>
        <p:nvGrpSpPr>
          <p:cNvPr name="Group 88" id="88"/>
          <p:cNvGrpSpPr/>
          <p:nvPr/>
        </p:nvGrpSpPr>
        <p:grpSpPr>
          <a:xfrm rot="0">
            <a:off x="3011133" y="9496249"/>
            <a:ext cx="980721" cy="612440"/>
            <a:chOff x="0" y="0"/>
            <a:chExt cx="1307627" cy="816586"/>
          </a:xfrm>
        </p:grpSpPr>
        <p:grpSp>
          <p:nvGrpSpPr>
            <p:cNvPr name="Group 89" id="89"/>
            <p:cNvGrpSpPr/>
            <p:nvPr/>
          </p:nvGrpSpPr>
          <p:grpSpPr>
            <a:xfrm rot="0">
              <a:off x="0" y="672881"/>
              <a:ext cx="275950" cy="113566"/>
              <a:chOff x="0" y="0"/>
              <a:chExt cx="982154" cy="404203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63500" y="63500"/>
                <a:ext cx="246379" cy="277113"/>
              </a:xfrm>
              <a:custGeom>
                <a:avLst/>
                <a:gdLst/>
                <a:ahLst/>
                <a:cxnLst/>
                <a:rect r="r" b="b" t="t" l="l"/>
                <a:pathLst>
                  <a:path h="277113" w="246379">
                    <a:moveTo>
                      <a:pt x="246379" y="67183"/>
                    </a:moveTo>
                    <a:lnTo>
                      <a:pt x="242442" y="67056"/>
                    </a:lnTo>
                    <a:lnTo>
                      <a:pt x="242442" y="62611"/>
                    </a:lnTo>
                    <a:cubicBezTo>
                      <a:pt x="242442" y="39116"/>
                      <a:pt x="227583" y="23876"/>
                      <a:pt x="203834" y="23241"/>
                    </a:cubicBezTo>
                    <a:lnTo>
                      <a:pt x="152145" y="23241"/>
                    </a:lnTo>
                    <a:lnTo>
                      <a:pt x="152145" y="249427"/>
                    </a:lnTo>
                    <a:cubicBezTo>
                      <a:pt x="152526" y="262762"/>
                      <a:pt x="163448" y="273303"/>
                      <a:pt x="176783" y="273303"/>
                    </a:cubicBezTo>
                    <a:lnTo>
                      <a:pt x="181609" y="273303"/>
                    </a:lnTo>
                    <a:lnTo>
                      <a:pt x="181736" y="277113"/>
                    </a:lnTo>
                    <a:lnTo>
                      <a:pt x="64643" y="277113"/>
                    </a:lnTo>
                    <a:lnTo>
                      <a:pt x="64643" y="273303"/>
                    </a:lnTo>
                    <a:lnTo>
                      <a:pt x="69469" y="273303"/>
                    </a:lnTo>
                    <a:cubicBezTo>
                      <a:pt x="82804" y="273303"/>
                      <a:pt x="93599" y="262889"/>
                      <a:pt x="94107" y="249681"/>
                    </a:cubicBezTo>
                    <a:lnTo>
                      <a:pt x="94107" y="23241"/>
                    </a:lnTo>
                    <a:lnTo>
                      <a:pt x="42418" y="23241"/>
                    </a:lnTo>
                    <a:cubicBezTo>
                      <a:pt x="18796" y="23876"/>
                      <a:pt x="3810" y="39116"/>
                      <a:pt x="3810" y="62611"/>
                    </a:cubicBezTo>
                    <a:lnTo>
                      <a:pt x="3810" y="67183"/>
                    </a:lnTo>
                    <a:lnTo>
                      <a:pt x="0" y="67183"/>
                    </a:lnTo>
                    <a:lnTo>
                      <a:pt x="0" y="0"/>
                    </a:lnTo>
                    <a:cubicBezTo>
                      <a:pt x="7112" y="3048"/>
                      <a:pt x="29083" y="6858"/>
                      <a:pt x="45720" y="6985"/>
                    </a:cubicBezTo>
                    <a:lnTo>
                      <a:pt x="200659" y="6985"/>
                    </a:lnTo>
                    <a:cubicBezTo>
                      <a:pt x="217296" y="6731"/>
                      <a:pt x="239267" y="2921"/>
                      <a:pt x="246379" y="0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91" id="91"/>
              <p:cNvSpPr/>
              <p:nvPr/>
            </p:nvSpPr>
            <p:spPr>
              <a:xfrm flipH="false" flipV="false" rot="0">
                <a:off x="350138" y="70866"/>
                <a:ext cx="299973" cy="269874"/>
              </a:xfrm>
              <a:custGeom>
                <a:avLst/>
                <a:gdLst/>
                <a:ahLst/>
                <a:cxnLst/>
                <a:rect r="r" b="b" t="t" l="l"/>
                <a:pathLst>
                  <a:path h="269874" w="299973">
                    <a:moveTo>
                      <a:pt x="182880" y="269874"/>
                    </a:moveTo>
                    <a:lnTo>
                      <a:pt x="183007" y="266064"/>
                    </a:lnTo>
                    <a:lnTo>
                      <a:pt x="187833" y="266064"/>
                    </a:lnTo>
                    <a:cubicBezTo>
                      <a:pt x="201168" y="266064"/>
                      <a:pt x="212090" y="255396"/>
                      <a:pt x="212471" y="242188"/>
                    </a:cubicBezTo>
                    <a:lnTo>
                      <a:pt x="212471" y="143636"/>
                    </a:lnTo>
                    <a:lnTo>
                      <a:pt x="87503" y="143636"/>
                    </a:lnTo>
                    <a:lnTo>
                      <a:pt x="87503" y="241680"/>
                    </a:lnTo>
                    <a:cubicBezTo>
                      <a:pt x="87757" y="255142"/>
                      <a:pt x="98679" y="265937"/>
                      <a:pt x="112141" y="265937"/>
                    </a:cubicBezTo>
                    <a:lnTo>
                      <a:pt x="116967" y="265937"/>
                    </a:lnTo>
                    <a:lnTo>
                      <a:pt x="117094" y="269747"/>
                    </a:lnTo>
                    <a:lnTo>
                      <a:pt x="0" y="269747"/>
                    </a:lnTo>
                    <a:lnTo>
                      <a:pt x="127" y="265937"/>
                    </a:lnTo>
                    <a:lnTo>
                      <a:pt x="4953" y="265937"/>
                    </a:lnTo>
                    <a:cubicBezTo>
                      <a:pt x="18415" y="265937"/>
                      <a:pt x="29337" y="255142"/>
                      <a:pt x="29591" y="241680"/>
                    </a:cubicBezTo>
                    <a:lnTo>
                      <a:pt x="29591" y="28067"/>
                    </a:lnTo>
                    <a:cubicBezTo>
                      <a:pt x="29210" y="14732"/>
                      <a:pt x="18288" y="3810"/>
                      <a:pt x="4953" y="3810"/>
                    </a:cubicBezTo>
                    <a:lnTo>
                      <a:pt x="127" y="3810"/>
                    </a:lnTo>
                    <a:lnTo>
                      <a:pt x="0" y="0"/>
                    </a:lnTo>
                    <a:lnTo>
                      <a:pt x="117094" y="0"/>
                    </a:lnTo>
                    <a:lnTo>
                      <a:pt x="116967" y="3810"/>
                    </a:lnTo>
                    <a:lnTo>
                      <a:pt x="112141" y="3810"/>
                    </a:lnTo>
                    <a:cubicBezTo>
                      <a:pt x="98679" y="3810"/>
                      <a:pt x="87884" y="14732"/>
                      <a:pt x="87503" y="28067"/>
                    </a:cubicBezTo>
                    <a:lnTo>
                      <a:pt x="87503" y="127380"/>
                    </a:lnTo>
                    <a:lnTo>
                      <a:pt x="212470" y="127380"/>
                    </a:lnTo>
                    <a:lnTo>
                      <a:pt x="212470" y="28067"/>
                    </a:lnTo>
                    <a:cubicBezTo>
                      <a:pt x="211962" y="14859"/>
                      <a:pt x="201168" y="3810"/>
                      <a:pt x="187833" y="3810"/>
                    </a:cubicBezTo>
                    <a:lnTo>
                      <a:pt x="183007" y="3810"/>
                    </a:lnTo>
                    <a:lnTo>
                      <a:pt x="182880" y="0"/>
                    </a:lnTo>
                    <a:lnTo>
                      <a:pt x="299973" y="0"/>
                    </a:lnTo>
                    <a:lnTo>
                      <a:pt x="299846" y="3810"/>
                    </a:lnTo>
                    <a:lnTo>
                      <a:pt x="295020" y="3810"/>
                    </a:lnTo>
                    <a:cubicBezTo>
                      <a:pt x="281558" y="3810"/>
                      <a:pt x="270636" y="14605"/>
                      <a:pt x="270382" y="28067"/>
                    </a:cubicBezTo>
                    <a:lnTo>
                      <a:pt x="270382" y="241680"/>
                    </a:lnTo>
                    <a:cubicBezTo>
                      <a:pt x="270636" y="255142"/>
                      <a:pt x="281558" y="265937"/>
                      <a:pt x="295020" y="265937"/>
                    </a:cubicBezTo>
                    <a:lnTo>
                      <a:pt x="299846" y="265937"/>
                    </a:lnTo>
                    <a:lnTo>
                      <a:pt x="299973" y="26974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701292" y="64008"/>
                <a:ext cx="217296" cy="276732"/>
              </a:xfrm>
              <a:custGeom>
                <a:avLst/>
                <a:gdLst/>
                <a:ahLst/>
                <a:cxnLst/>
                <a:rect r="r" b="b" t="t" l="l"/>
                <a:pathLst>
                  <a:path h="276732" w="217296">
                    <a:moveTo>
                      <a:pt x="199644" y="276732"/>
                    </a:moveTo>
                    <a:lnTo>
                      <a:pt x="0" y="276732"/>
                    </a:lnTo>
                    <a:lnTo>
                      <a:pt x="127" y="272922"/>
                    </a:lnTo>
                    <a:lnTo>
                      <a:pt x="4953" y="272922"/>
                    </a:lnTo>
                    <a:cubicBezTo>
                      <a:pt x="18415" y="272922"/>
                      <a:pt x="29337" y="262127"/>
                      <a:pt x="29591" y="248665"/>
                    </a:cubicBezTo>
                    <a:lnTo>
                      <a:pt x="29591" y="33782"/>
                    </a:lnTo>
                    <a:cubicBezTo>
                      <a:pt x="28702" y="20955"/>
                      <a:pt x="18034" y="10795"/>
                      <a:pt x="4953" y="10795"/>
                    </a:cubicBezTo>
                    <a:lnTo>
                      <a:pt x="127" y="10795"/>
                    </a:lnTo>
                    <a:lnTo>
                      <a:pt x="0" y="6985"/>
                    </a:lnTo>
                    <a:lnTo>
                      <a:pt x="147828" y="6985"/>
                    </a:lnTo>
                    <a:cubicBezTo>
                      <a:pt x="164465" y="6858"/>
                      <a:pt x="186690" y="2921"/>
                      <a:pt x="193802" y="0"/>
                    </a:cubicBezTo>
                    <a:lnTo>
                      <a:pt x="193802" y="67437"/>
                    </a:lnTo>
                    <a:lnTo>
                      <a:pt x="189865" y="67437"/>
                    </a:lnTo>
                    <a:lnTo>
                      <a:pt x="189865" y="62611"/>
                    </a:lnTo>
                    <a:cubicBezTo>
                      <a:pt x="189865" y="39370"/>
                      <a:pt x="175387" y="24257"/>
                      <a:pt x="152273" y="23241"/>
                    </a:cubicBezTo>
                    <a:lnTo>
                      <a:pt x="87503" y="23241"/>
                    </a:lnTo>
                    <a:lnTo>
                      <a:pt x="87503" y="135381"/>
                    </a:lnTo>
                    <a:lnTo>
                      <a:pt x="138557" y="135381"/>
                    </a:lnTo>
                    <a:cubicBezTo>
                      <a:pt x="157480" y="135000"/>
                      <a:pt x="171323" y="121157"/>
                      <a:pt x="171323" y="102362"/>
                    </a:cubicBezTo>
                    <a:lnTo>
                      <a:pt x="171323" y="99060"/>
                    </a:lnTo>
                    <a:lnTo>
                      <a:pt x="175006" y="99060"/>
                    </a:lnTo>
                    <a:lnTo>
                      <a:pt x="175006" y="188086"/>
                    </a:lnTo>
                    <a:lnTo>
                      <a:pt x="171323" y="188086"/>
                    </a:lnTo>
                    <a:lnTo>
                      <a:pt x="171323" y="184784"/>
                    </a:lnTo>
                    <a:cubicBezTo>
                      <a:pt x="171323" y="166115"/>
                      <a:pt x="157734" y="152399"/>
                      <a:pt x="139065" y="151764"/>
                    </a:cubicBezTo>
                    <a:lnTo>
                      <a:pt x="87503" y="151764"/>
                    </a:lnTo>
                    <a:lnTo>
                      <a:pt x="87503" y="260222"/>
                    </a:lnTo>
                    <a:lnTo>
                      <a:pt x="138049" y="260222"/>
                    </a:lnTo>
                    <a:cubicBezTo>
                      <a:pt x="176530" y="260222"/>
                      <a:pt x="201549" y="236346"/>
                      <a:pt x="213487" y="197992"/>
                    </a:cubicBezTo>
                    <a:lnTo>
                      <a:pt x="217297" y="19799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285456" y="673441"/>
              <a:ext cx="379419" cy="114518"/>
              <a:chOff x="0" y="0"/>
              <a:chExt cx="1350429" cy="407594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63500" y="68961"/>
                <a:ext cx="212471" cy="269875"/>
              </a:xfrm>
              <a:custGeom>
                <a:avLst/>
                <a:gdLst/>
                <a:ahLst/>
                <a:cxnLst/>
                <a:rect r="r" b="b" t="t" l="l"/>
                <a:pathLst>
                  <a:path h="269875" w="212471">
                    <a:moveTo>
                      <a:pt x="105283" y="252095"/>
                    </a:moveTo>
                    <a:cubicBezTo>
                      <a:pt x="139573" y="252222"/>
                      <a:pt x="164211" y="233426"/>
                      <a:pt x="164084" y="189738"/>
                    </a:cubicBezTo>
                    <a:cubicBezTo>
                      <a:pt x="164211" y="144653"/>
                      <a:pt x="134874" y="127127"/>
                      <a:pt x="100457" y="127127"/>
                    </a:cubicBezTo>
                    <a:lnTo>
                      <a:pt x="100330" y="123444"/>
                    </a:lnTo>
                    <a:cubicBezTo>
                      <a:pt x="124587" y="123571"/>
                      <a:pt x="147574" y="109601"/>
                      <a:pt x="147701" y="70612"/>
                    </a:cubicBezTo>
                    <a:cubicBezTo>
                      <a:pt x="147701" y="31877"/>
                      <a:pt x="128016" y="16256"/>
                      <a:pt x="98425" y="16383"/>
                    </a:cubicBezTo>
                    <a:lnTo>
                      <a:pt x="87376" y="16383"/>
                    </a:lnTo>
                    <a:lnTo>
                      <a:pt x="87376" y="252222"/>
                    </a:lnTo>
                    <a:close/>
                    <a:moveTo>
                      <a:pt x="93599" y="0"/>
                    </a:moveTo>
                    <a:cubicBezTo>
                      <a:pt x="149606" y="0"/>
                      <a:pt x="191389" y="18796"/>
                      <a:pt x="191516" y="66040"/>
                    </a:cubicBezTo>
                    <a:cubicBezTo>
                      <a:pt x="191389" y="101346"/>
                      <a:pt x="168275" y="120142"/>
                      <a:pt x="144145" y="123063"/>
                    </a:cubicBezTo>
                    <a:cubicBezTo>
                      <a:pt x="183134" y="126619"/>
                      <a:pt x="212598" y="153670"/>
                      <a:pt x="212471" y="194691"/>
                    </a:cubicBezTo>
                    <a:cubicBezTo>
                      <a:pt x="212598" y="244221"/>
                      <a:pt x="169164" y="269875"/>
                      <a:pt x="104013" y="269875"/>
                    </a:cubicBezTo>
                    <a:lnTo>
                      <a:pt x="0" y="269875"/>
                    </a:lnTo>
                    <a:lnTo>
                      <a:pt x="127" y="266065"/>
                    </a:lnTo>
                    <a:lnTo>
                      <a:pt x="4953" y="266065"/>
                    </a:lnTo>
                    <a:cubicBezTo>
                      <a:pt x="18288" y="266065"/>
                      <a:pt x="29210" y="255397"/>
                      <a:pt x="29591" y="242062"/>
                    </a:cubicBezTo>
                    <a:lnTo>
                      <a:pt x="29591" y="27686"/>
                    </a:lnTo>
                    <a:cubicBezTo>
                      <a:pt x="29210" y="14351"/>
                      <a:pt x="18288" y="3683"/>
                      <a:pt x="4953" y="3810"/>
                    </a:cubicBezTo>
                    <a:lnTo>
                      <a:pt x="127" y="3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95" id="95"/>
              <p:cNvSpPr/>
              <p:nvPr/>
            </p:nvSpPr>
            <p:spPr>
              <a:xfrm flipH="false" flipV="false" rot="0">
                <a:off x="349377" y="63500"/>
                <a:ext cx="303276" cy="280670"/>
              </a:xfrm>
              <a:custGeom>
                <a:avLst/>
                <a:gdLst/>
                <a:ahLst/>
                <a:cxnLst/>
                <a:rect r="r" b="b" t="t" l="l"/>
                <a:pathLst>
                  <a:path h="280670" w="303276">
                    <a:moveTo>
                      <a:pt x="240030" y="140335"/>
                    </a:moveTo>
                    <a:cubicBezTo>
                      <a:pt x="240030" y="63754"/>
                      <a:pt x="205994" y="16256"/>
                      <a:pt x="151638" y="16256"/>
                    </a:cubicBezTo>
                    <a:cubicBezTo>
                      <a:pt x="97282" y="16256"/>
                      <a:pt x="63246" y="63754"/>
                      <a:pt x="63246" y="140335"/>
                    </a:cubicBezTo>
                    <a:cubicBezTo>
                      <a:pt x="63246" y="216916"/>
                      <a:pt x="97282" y="264414"/>
                      <a:pt x="151638" y="264414"/>
                    </a:cubicBezTo>
                    <a:cubicBezTo>
                      <a:pt x="205994" y="264414"/>
                      <a:pt x="240030" y="216916"/>
                      <a:pt x="240030" y="140335"/>
                    </a:cubicBezTo>
                    <a:moveTo>
                      <a:pt x="303276" y="140335"/>
                    </a:moveTo>
                    <a:cubicBezTo>
                      <a:pt x="303276" y="226949"/>
                      <a:pt x="244221" y="280670"/>
                      <a:pt x="151638" y="280670"/>
                    </a:cubicBezTo>
                    <a:cubicBezTo>
                      <a:pt x="59055" y="280670"/>
                      <a:pt x="0" y="226949"/>
                      <a:pt x="0" y="140335"/>
                    </a:cubicBezTo>
                    <a:cubicBezTo>
                      <a:pt x="0" y="53721"/>
                      <a:pt x="59055" y="0"/>
                      <a:pt x="151638" y="0"/>
                    </a:cubicBezTo>
                    <a:cubicBezTo>
                      <a:pt x="244221" y="0"/>
                      <a:pt x="303276" y="53721"/>
                      <a:pt x="303276" y="14033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96" id="96"/>
              <p:cNvSpPr/>
              <p:nvPr/>
            </p:nvSpPr>
            <p:spPr>
              <a:xfrm flipH="false" flipV="false" rot="0">
                <a:off x="696722" y="68961"/>
                <a:ext cx="287655" cy="269748"/>
              </a:xfrm>
              <a:custGeom>
                <a:avLst/>
                <a:gdLst/>
                <a:ahLst/>
                <a:cxnLst/>
                <a:rect r="r" b="b" t="t" l="l"/>
                <a:pathLst>
                  <a:path h="269748" w="287655">
                    <a:moveTo>
                      <a:pt x="87376" y="253365"/>
                    </a:moveTo>
                    <a:lnTo>
                      <a:pt x="135127" y="253365"/>
                    </a:lnTo>
                    <a:cubicBezTo>
                      <a:pt x="190372" y="253365"/>
                      <a:pt x="224789" y="208026"/>
                      <a:pt x="224789" y="135001"/>
                    </a:cubicBezTo>
                    <a:cubicBezTo>
                      <a:pt x="224789" y="61722"/>
                      <a:pt x="190245" y="16256"/>
                      <a:pt x="135127" y="16256"/>
                    </a:cubicBezTo>
                    <a:lnTo>
                      <a:pt x="87376" y="16256"/>
                    </a:lnTo>
                    <a:close/>
                    <a:moveTo>
                      <a:pt x="139826" y="0"/>
                    </a:moveTo>
                    <a:cubicBezTo>
                      <a:pt x="230885" y="0"/>
                      <a:pt x="287654" y="51689"/>
                      <a:pt x="287654" y="135001"/>
                    </a:cubicBezTo>
                    <a:cubicBezTo>
                      <a:pt x="287654" y="218186"/>
                      <a:pt x="230885" y="269748"/>
                      <a:pt x="139826" y="269748"/>
                    </a:cubicBezTo>
                    <a:lnTo>
                      <a:pt x="0" y="269748"/>
                    </a:lnTo>
                    <a:lnTo>
                      <a:pt x="127" y="265938"/>
                    </a:lnTo>
                    <a:lnTo>
                      <a:pt x="4953" y="265938"/>
                    </a:lnTo>
                    <a:cubicBezTo>
                      <a:pt x="18415" y="265938"/>
                      <a:pt x="29337" y="255143"/>
                      <a:pt x="29591" y="241808"/>
                    </a:cubicBezTo>
                    <a:lnTo>
                      <a:pt x="29591" y="25908"/>
                    </a:lnTo>
                    <a:cubicBezTo>
                      <a:pt x="29591" y="13462"/>
                      <a:pt x="17780" y="3810"/>
                      <a:pt x="5080" y="3810"/>
                    </a:cubicBezTo>
                    <a:lnTo>
                      <a:pt x="254" y="3810"/>
                    </a:ln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97" id="97"/>
              <p:cNvSpPr/>
              <p:nvPr/>
            </p:nvSpPr>
            <p:spPr>
              <a:xfrm flipH="false" flipV="false" rot="0">
                <a:off x="992123" y="68834"/>
                <a:ext cx="294767" cy="269621"/>
              </a:xfrm>
              <a:custGeom>
                <a:avLst/>
                <a:gdLst/>
                <a:ahLst/>
                <a:cxnLst/>
                <a:rect r="r" b="b" t="t" l="l"/>
                <a:pathLst>
                  <a:path h="269621" w="294767">
                    <a:moveTo>
                      <a:pt x="294767" y="0"/>
                    </a:moveTo>
                    <a:lnTo>
                      <a:pt x="294767" y="3810"/>
                    </a:lnTo>
                    <a:lnTo>
                      <a:pt x="289433" y="3810"/>
                    </a:lnTo>
                    <a:cubicBezTo>
                      <a:pt x="273304" y="3810"/>
                      <a:pt x="258699" y="14478"/>
                      <a:pt x="250698" y="26289"/>
                    </a:cubicBezTo>
                    <a:lnTo>
                      <a:pt x="174879" y="147066"/>
                    </a:lnTo>
                    <a:lnTo>
                      <a:pt x="174879" y="241554"/>
                    </a:lnTo>
                    <a:cubicBezTo>
                      <a:pt x="175133" y="255016"/>
                      <a:pt x="186055" y="265811"/>
                      <a:pt x="199517" y="265811"/>
                    </a:cubicBezTo>
                    <a:lnTo>
                      <a:pt x="204343" y="265811"/>
                    </a:lnTo>
                    <a:lnTo>
                      <a:pt x="204470" y="269621"/>
                    </a:lnTo>
                    <a:lnTo>
                      <a:pt x="87376" y="269621"/>
                    </a:lnTo>
                    <a:lnTo>
                      <a:pt x="87503" y="265811"/>
                    </a:lnTo>
                    <a:lnTo>
                      <a:pt x="92329" y="265811"/>
                    </a:lnTo>
                    <a:cubicBezTo>
                      <a:pt x="105664" y="265811"/>
                      <a:pt x="116586" y="255143"/>
                      <a:pt x="116967" y="241808"/>
                    </a:cubicBezTo>
                    <a:lnTo>
                      <a:pt x="116967" y="147066"/>
                    </a:lnTo>
                    <a:lnTo>
                      <a:pt x="43561" y="26035"/>
                    </a:lnTo>
                    <a:cubicBezTo>
                      <a:pt x="35941" y="14351"/>
                      <a:pt x="20955" y="3937"/>
                      <a:pt x="5334" y="3937"/>
                    </a:cubicBezTo>
                    <a:lnTo>
                      <a:pt x="0" y="3937"/>
                    </a:lnTo>
                    <a:lnTo>
                      <a:pt x="0" y="127"/>
                    </a:lnTo>
                    <a:lnTo>
                      <a:pt x="127381" y="127"/>
                    </a:lnTo>
                    <a:lnTo>
                      <a:pt x="127381" y="3937"/>
                    </a:lnTo>
                    <a:lnTo>
                      <a:pt x="122555" y="3937"/>
                    </a:lnTo>
                    <a:cubicBezTo>
                      <a:pt x="111252" y="3937"/>
                      <a:pt x="103378" y="16891"/>
                      <a:pt x="108966" y="27813"/>
                    </a:cubicBezTo>
                    <a:lnTo>
                      <a:pt x="163830" y="128016"/>
                    </a:lnTo>
                    <a:lnTo>
                      <a:pt x="221234" y="27813"/>
                    </a:lnTo>
                    <a:cubicBezTo>
                      <a:pt x="227330" y="16891"/>
                      <a:pt x="218186" y="3937"/>
                      <a:pt x="207645" y="3937"/>
                    </a:cubicBezTo>
                    <a:lnTo>
                      <a:pt x="202946" y="3937"/>
                    </a:lnTo>
                    <a:lnTo>
                      <a:pt x="202946" y="12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495572" y="0"/>
              <a:ext cx="386007" cy="541971"/>
              <a:chOff x="0" y="0"/>
              <a:chExt cx="1373873" cy="1928978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-17" y="0"/>
                <a:ext cx="1374026" cy="1928890"/>
              </a:xfrm>
              <a:custGeom>
                <a:avLst/>
                <a:gdLst/>
                <a:ahLst/>
                <a:cxnLst/>
                <a:rect r="r" b="b" t="t" l="l"/>
                <a:pathLst>
                  <a:path h="1928890" w="1374026">
                    <a:moveTo>
                      <a:pt x="413274" y="685036"/>
                    </a:moveTo>
                    <a:cubicBezTo>
                      <a:pt x="411623" y="679067"/>
                      <a:pt x="410353" y="672336"/>
                      <a:pt x="409718" y="664716"/>
                    </a:cubicBezTo>
                    <a:lnTo>
                      <a:pt x="409718" y="664589"/>
                    </a:lnTo>
                    <a:cubicBezTo>
                      <a:pt x="409591" y="662811"/>
                      <a:pt x="409337" y="660906"/>
                      <a:pt x="409210" y="659001"/>
                    </a:cubicBezTo>
                    <a:cubicBezTo>
                      <a:pt x="409210" y="658874"/>
                      <a:pt x="409210" y="658747"/>
                      <a:pt x="409210" y="658620"/>
                    </a:cubicBezTo>
                    <a:cubicBezTo>
                      <a:pt x="409083" y="656842"/>
                      <a:pt x="408956" y="654937"/>
                      <a:pt x="408956" y="653032"/>
                    </a:cubicBezTo>
                    <a:cubicBezTo>
                      <a:pt x="408956" y="652778"/>
                      <a:pt x="408956" y="652524"/>
                      <a:pt x="408956" y="652270"/>
                    </a:cubicBezTo>
                    <a:cubicBezTo>
                      <a:pt x="408829" y="650492"/>
                      <a:pt x="408829" y="648587"/>
                      <a:pt x="408829" y="646809"/>
                    </a:cubicBezTo>
                    <a:cubicBezTo>
                      <a:pt x="408829" y="646428"/>
                      <a:pt x="408829" y="646174"/>
                      <a:pt x="408829" y="645793"/>
                    </a:cubicBezTo>
                    <a:cubicBezTo>
                      <a:pt x="408829" y="643634"/>
                      <a:pt x="408829" y="641348"/>
                      <a:pt x="408829" y="638935"/>
                    </a:cubicBezTo>
                    <a:lnTo>
                      <a:pt x="408829" y="117983"/>
                    </a:lnTo>
                    <a:cubicBezTo>
                      <a:pt x="408829" y="115697"/>
                      <a:pt x="408829" y="113411"/>
                      <a:pt x="408829" y="111125"/>
                    </a:cubicBezTo>
                    <a:cubicBezTo>
                      <a:pt x="408829" y="110617"/>
                      <a:pt x="408829" y="110236"/>
                      <a:pt x="408829" y="109855"/>
                    </a:cubicBezTo>
                    <a:cubicBezTo>
                      <a:pt x="408829" y="108077"/>
                      <a:pt x="408956" y="106299"/>
                      <a:pt x="408956" y="104648"/>
                    </a:cubicBezTo>
                    <a:cubicBezTo>
                      <a:pt x="408956" y="104267"/>
                      <a:pt x="408956" y="103886"/>
                      <a:pt x="408956" y="103505"/>
                    </a:cubicBezTo>
                    <a:cubicBezTo>
                      <a:pt x="409083" y="101727"/>
                      <a:pt x="409083" y="99949"/>
                      <a:pt x="409210" y="98298"/>
                    </a:cubicBezTo>
                    <a:cubicBezTo>
                      <a:pt x="409210" y="98044"/>
                      <a:pt x="409210" y="97790"/>
                      <a:pt x="409210" y="97536"/>
                    </a:cubicBezTo>
                    <a:cubicBezTo>
                      <a:pt x="409337" y="95758"/>
                      <a:pt x="409464" y="93980"/>
                      <a:pt x="409591" y="92329"/>
                    </a:cubicBezTo>
                    <a:cubicBezTo>
                      <a:pt x="409591" y="92202"/>
                      <a:pt x="409591" y="92075"/>
                      <a:pt x="409591" y="91821"/>
                    </a:cubicBezTo>
                    <a:cubicBezTo>
                      <a:pt x="409718" y="90043"/>
                      <a:pt x="409972" y="88265"/>
                      <a:pt x="410226" y="86614"/>
                    </a:cubicBezTo>
                    <a:cubicBezTo>
                      <a:pt x="410226" y="86487"/>
                      <a:pt x="410226" y="86487"/>
                      <a:pt x="410226" y="86360"/>
                    </a:cubicBezTo>
                    <a:cubicBezTo>
                      <a:pt x="410480" y="84582"/>
                      <a:pt x="410734" y="82931"/>
                      <a:pt x="411115" y="81280"/>
                    </a:cubicBezTo>
                    <a:cubicBezTo>
                      <a:pt x="411115" y="81280"/>
                      <a:pt x="411115" y="81153"/>
                      <a:pt x="411115" y="81153"/>
                    </a:cubicBezTo>
                    <a:cubicBezTo>
                      <a:pt x="411369" y="79502"/>
                      <a:pt x="411750" y="77851"/>
                      <a:pt x="412131" y="76200"/>
                    </a:cubicBezTo>
                    <a:cubicBezTo>
                      <a:pt x="412512" y="74549"/>
                      <a:pt x="412893" y="73025"/>
                      <a:pt x="413401" y="71501"/>
                    </a:cubicBezTo>
                    <a:cubicBezTo>
                      <a:pt x="421275" y="44577"/>
                      <a:pt x="440198" y="33020"/>
                      <a:pt x="480330" y="29591"/>
                    </a:cubicBezTo>
                    <a:cubicBezTo>
                      <a:pt x="482743" y="29337"/>
                      <a:pt x="485156" y="29210"/>
                      <a:pt x="487696" y="29083"/>
                    </a:cubicBezTo>
                    <a:cubicBezTo>
                      <a:pt x="487823" y="29083"/>
                      <a:pt x="487950" y="29083"/>
                      <a:pt x="488077" y="29083"/>
                    </a:cubicBezTo>
                    <a:cubicBezTo>
                      <a:pt x="490363" y="28956"/>
                      <a:pt x="492776" y="28829"/>
                      <a:pt x="495189" y="28702"/>
                    </a:cubicBezTo>
                    <a:cubicBezTo>
                      <a:pt x="495570" y="28702"/>
                      <a:pt x="495824" y="28702"/>
                      <a:pt x="496204" y="28702"/>
                    </a:cubicBezTo>
                    <a:cubicBezTo>
                      <a:pt x="498490" y="28575"/>
                      <a:pt x="500777" y="28575"/>
                      <a:pt x="503190" y="28575"/>
                    </a:cubicBezTo>
                    <a:cubicBezTo>
                      <a:pt x="503697" y="28575"/>
                      <a:pt x="504206" y="28575"/>
                      <a:pt x="504714" y="28575"/>
                    </a:cubicBezTo>
                    <a:cubicBezTo>
                      <a:pt x="507507" y="28575"/>
                      <a:pt x="510429" y="28448"/>
                      <a:pt x="513349" y="28448"/>
                    </a:cubicBezTo>
                    <a:cubicBezTo>
                      <a:pt x="517667" y="28448"/>
                      <a:pt x="521985" y="28448"/>
                      <a:pt x="526176" y="28575"/>
                    </a:cubicBezTo>
                    <a:lnTo>
                      <a:pt x="526303" y="28575"/>
                    </a:lnTo>
                    <a:cubicBezTo>
                      <a:pt x="530494" y="28575"/>
                      <a:pt x="534685" y="28702"/>
                      <a:pt x="538749" y="28829"/>
                    </a:cubicBezTo>
                    <a:cubicBezTo>
                      <a:pt x="565419" y="29464"/>
                      <a:pt x="589676" y="31115"/>
                      <a:pt x="611647" y="33909"/>
                    </a:cubicBezTo>
                    <a:cubicBezTo>
                      <a:pt x="682259" y="42799"/>
                      <a:pt x="730646" y="62738"/>
                      <a:pt x="763285" y="95631"/>
                    </a:cubicBezTo>
                    <a:cubicBezTo>
                      <a:pt x="782462" y="114935"/>
                      <a:pt x="796305" y="138684"/>
                      <a:pt x="806211" y="167386"/>
                    </a:cubicBezTo>
                    <a:cubicBezTo>
                      <a:pt x="807608" y="171450"/>
                      <a:pt x="809005" y="175641"/>
                      <a:pt x="810275" y="179959"/>
                    </a:cubicBezTo>
                    <a:cubicBezTo>
                      <a:pt x="813958" y="192786"/>
                      <a:pt x="817133" y="206501"/>
                      <a:pt x="819546" y="221106"/>
                    </a:cubicBezTo>
                    <a:cubicBezTo>
                      <a:pt x="819546" y="221233"/>
                      <a:pt x="819546" y="221233"/>
                      <a:pt x="819546" y="221360"/>
                    </a:cubicBezTo>
                    <a:cubicBezTo>
                      <a:pt x="820308" y="226186"/>
                      <a:pt x="821070" y="231139"/>
                      <a:pt x="821832" y="236219"/>
                    </a:cubicBezTo>
                    <a:cubicBezTo>
                      <a:pt x="821832" y="236346"/>
                      <a:pt x="821832" y="236346"/>
                      <a:pt x="821832" y="236473"/>
                    </a:cubicBezTo>
                    <a:cubicBezTo>
                      <a:pt x="823991" y="251713"/>
                      <a:pt x="825515" y="267842"/>
                      <a:pt x="826658" y="284860"/>
                    </a:cubicBezTo>
                    <a:cubicBezTo>
                      <a:pt x="826658" y="284987"/>
                      <a:pt x="826658" y="285114"/>
                      <a:pt x="826658" y="285114"/>
                    </a:cubicBezTo>
                    <a:cubicBezTo>
                      <a:pt x="827039" y="290829"/>
                      <a:pt x="827293" y="296544"/>
                      <a:pt x="827674" y="302513"/>
                    </a:cubicBezTo>
                    <a:cubicBezTo>
                      <a:pt x="828689" y="324992"/>
                      <a:pt x="829197" y="349122"/>
                      <a:pt x="829197" y="374776"/>
                    </a:cubicBezTo>
                    <a:cubicBezTo>
                      <a:pt x="829197" y="390270"/>
                      <a:pt x="828943" y="405256"/>
                      <a:pt x="828436" y="419861"/>
                    </a:cubicBezTo>
                    <a:cubicBezTo>
                      <a:pt x="828308" y="424052"/>
                      <a:pt x="828054" y="428243"/>
                      <a:pt x="827928" y="432434"/>
                    </a:cubicBezTo>
                    <a:cubicBezTo>
                      <a:pt x="827928" y="432434"/>
                      <a:pt x="827928" y="432561"/>
                      <a:pt x="827928" y="432561"/>
                    </a:cubicBezTo>
                    <a:cubicBezTo>
                      <a:pt x="827293" y="445007"/>
                      <a:pt x="826531" y="456945"/>
                      <a:pt x="825388" y="468756"/>
                    </a:cubicBezTo>
                    <a:cubicBezTo>
                      <a:pt x="825388" y="469010"/>
                      <a:pt x="825388" y="469137"/>
                      <a:pt x="825261" y="469391"/>
                    </a:cubicBezTo>
                    <a:cubicBezTo>
                      <a:pt x="824118" y="481075"/>
                      <a:pt x="822848" y="492378"/>
                      <a:pt x="821197" y="503300"/>
                    </a:cubicBezTo>
                    <a:cubicBezTo>
                      <a:pt x="821197" y="503427"/>
                      <a:pt x="821197" y="503427"/>
                      <a:pt x="821197" y="503554"/>
                    </a:cubicBezTo>
                    <a:cubicBezTo>
                      <a:pt x="820689" y="507110"/>
                      <a:pt x="820054" y="510539"/>
                      <a:pt x="819419" y="514095"/>
                    </a:cubicBezTo>
                    <a:cubicBezTo>
                      <a:pt x="819419" y="514222"/>
                      <a:pt x="819292" y="514476"/>
                      <a:pt x="819292" y="514603"/>
                    </a:cubicBezTo>
                    <a:cubicBezTo>
                      <a:pt x="817387" y="525271"/>
                      <a:pt x="815228" y="535558"/>
                      <a:pt x="812815" y="545337"/>
                    </a:cubicBezTo>
                    <a:cubicBezTo>
                      <a:pt x="812815" y="545464"/>
                      <a:pt x="812688" y="545591"/>
                      <a:pt x="812688" y="545845"/>
                    </a:cubicBezTo>
                    <a:cubicBezTo>
                      <a:pt x="811799" y="549147"/>
                      <a:pt x="811037" y="552322"/>
                      <a:pt x="810148" y="555497"/>
                    </a:cubicBezTo>
                    <a:cubicBezTo>
                      <a:pt x="807354" y="565149"/>
                      <a:pt x="804306" y="574420"/>
                      <a:pt x="800750" y="583437"/>
                    </a:cubicBezTo>
                    <a:cubicBezTo>
                      <a:pt x="800750" y="583564"/>
                      <a:pt x="800623" y="583691"/>
                      <a:pt x="800623" y="583818"/>
                    </a:cubicBezTo>
                    <a:cubicBezTo>
                      <a:pt x="797067" y="592708"/>
                      <a:pt x="793257" y="601217"/>
                      <a:pt x="788939" y="609344"/>
                    </a:cubicBezTo>
                    <a:cubicBezTo>
                      <a:pt x="788939" y="609472"/>
                      <a:pt x="788812" y="609472"/>
                      <a:pt x="788812" y="609598"/>
                    </a:cubicBezTo>
                    <a:cubicBezTo>
                      <a:pt x="787415" y="612265"/>
                      <a:pt x="785891" y="614932"/>
                      <a:pt x="784367" y="617472"/>
                    </a:cubicBezTo>
                    <a:cubicBezTo>
                      <a:pt x="784367" y="617472"/>
                      <a:pt x="784367" y="617599"/>
                      <a:pt x="784367" y="617599"/>
                    </a:cubicBezTo>
                    <a:cubicBezTo>
                      <a:pt x="779795" y="625473"/>
                      <a:pt x="774715" y="632966"/>
                      <a:pt x="769127" y="639951"/>
                    </a:cubicBezTo>
                    <a:cubicBezTo>
                      <a:pt x="769000" y="640078"/>
                      <a:pt x="769000" y="640078"/>
                      <a:pt x="768873" y="640205"/>
                    </a:cubicBezTo>
                    <a:cubicBezTo>
                      <a:pt x="763285" y="647317"/>
                      <a:pt x="757316" y="653921"/>
                      <a:pt x="750839" y="660144"/>
                    </a:cubicBezTo>
                    <a:lnTo>
                      <a:pt x="750712" y="660144"/>
                    </a:lnTo>
                    <a:cubicBezTo>
                      <a:pt x="748553" y="662176"/>
                      <a:pt x="746394" y="664208"/>
                      <a:pt x="744108" y="666113"/>
                    </a:cubicBezTo>
                    <a:cubicBezTo>
                      <a:pt x="743981" y="666240"/>
                      <a:pt x="743981" y="666240"/>
                      <a:pt x="743854" y="666367"/>
                    </a:cubicBezTo>
                    <a:cubicBezTo>
                      <a:pt x="736996" y="672336"/>
                      <a:pt x="729630" y="677797"/>
                      <a:pt x="721756" y="682877"/>
                    </a:cubicBezTo>
                    <a:cubicBezTo>
                      <a:pt x="721629" y="683004"/>
                      <a:pt x="721502" y="683004"/>
                      <a:pt x="721375" y="683131"/>
                    </a:cubicBezTo>
                    <a:cubicBezTo>
                      <a:pt x="713374" y="688211"/>
                      <a:pt x="704992" y="692910"/>
                      <a:pt x="695848" y="697228"/>
                    </a:cubicBezTo>
                    <a:cubicBezTo>
                      <a:pt x="682767" y="703324"/>
                      <a:pt x="668543" y="708658"/>
                      <a:pt x="653049" y="712976"/>
                    </a:cubicBezTo>
                    <a:cubicBezTo>
                      <a:pt x="621553" y="721866"/>
                      <a:pt x="584723" y="727200"/>
                      <a:pt x="541797" y="728724"/>
                    </a:cubicBezTo>
                    <a:cubicBezTo>
                      <a:pt x="537606" y="728851"/>
                      <a:pt x="533288" y="728978"/>
                      <a:pt x="528970" y="729105"/>
                    </a:cubicBezTo>
                    <a:cubicBezTo>
                      <a:pt x="528843" y="729105"/>
                      <a:pt x="528589" y="729105"/>
                      <a:pt x="528462" y="729105"/>
                    </a:cubicBezTo>
                    <a:cubicBezTo>
                      <a:pt x="524017" y="729232"/>
                      <a:pt x="519445" y="729232"/>
                      <a:pt x="514873" y="729232"/>
                    </a:cubicBezTo>
                    <a:cubicBezTo>
                      <a:pt x="512460" y="729232"/>
                      <a:pt x="510047" y="729232"/>
                      <a:pt x="507761" y="729232"/>
                    </a:cubicBezTo>
                    <a:cubicBezTo>
                      <a:pt x="506364" y="729232"/>
                      <a:pt x="505095" y="729232"/>
                      <a:pt x="503825" y="729105"/>
                    </a:cubicBezTo>
                    <a:cubicBezTo>
                      <a:pt x="502935" y="729105"/>
                      <a:pt x="502046" y="729105"/>
                      <a:pt x="501285" y="729105"/>
                    </a:cubicBezTo>
                    <a:cubicBezTo>
                      <a:pt x="499634" y="729105"/>
                      <a:pt x="497982" y="728978"/>
                      <a:pt x="496459" y="728978"/>
                    </a:cubicBezTo>
                    <a:lnTo>
                      <a:pt x="495315" y="728978"/>
                    </a:lnTo>
                    <a:cubicBezTo>
                      <a:pt x="493538" y="728851"/>
                      <a:pt x="491760" y="728851"/>
                      <a:pt x="489982" y="728724"/>
                    </a:cubicBezTo>
                    <a:cubicBezTo>
                      <a:pt x="442865" y="726311"/>
                      <a:pt x="421656" y="715262"/>
                      <a:pt x="413401" y="685798"/>
                    </a:cubicBezTo>
                    <a:moveTo>
                      <a:pt x="1374026" y="1329052"/>
                    </a:moveTo>
                    <a:cubicBezTo>
                      <a:pt x="1374026" y="1280919"/>
                      <a:pt x="1369073" y="1232405"/>
                      <a:pt x="1359421" y="1183510"/>
                    </a:cubicBezTo>
                    <a:cubicBezTo>
                      <a:pt x="1322591" y="997202"/>
                      <a:pt x="1217943" y="875536"/>
                      <a:pt x="1065290" y="803654"/>
                    </a:cubicBezTo>
                    <a:cubicBezTo>
                      <a:pt x="1022364" y="783461"/>
                      <a:pt x="975755" y="767205"/>
                      <a:pt x="925844" y="754505"/>
                    </a:cubicBezTo>
                    <a:cubicBezTo>
                      <a:pt x="879362" y="742694"/>
                      <a:pt x="831103" y="738503"/>
                      <a:pt x="779287" y="730121"/>
                    </a:cubicBezTo>
                    <a:cubicBezTo>
                      <a:pt x="779541" y="729867"/>
                      <a:pt x="779795" y="729613"/>
                      <a:pt x="780049" y="729359"/>
                    </a:cubicBezTo>
                    <a:cubicBezTo>
                      <a:pt x="780557" y="728851"/>
                      <a:pt x="780938" y="728343"/>
                      <a:pt x="781446" y="727835"/>
                    </a:cubicBezTo>
                    <a:cubicBezTo>
                      <a:pt x="862725" y="719961"/>
                      <a:pt x="935623" y="679956"/>
                      <a:pt x="989471" y="619504"/>
                    </a:cubicBezTo>
                    <a:cubicBezTo>
                      <a:pt x="1022491" y="586231"/>
                      <a:pt x="1047637" y="544575"/>
                      <a:pt x="1063131" y="492632"/>
                    </a:cubicBezTo>
                    <a:cubicBezTo>
                      <a:pt x="1076720" y="452881"/>
                      <a:pt x="1084213" y="409828"/>
                      <a:pt x="1084213" y="364997"/>
                    </a:cubicBezTo>
                    <a:cubicBezTo>
                      <a:pt x="1084213" y="352170"/>
                      <a:pt x="1083578" y="339597"/>
                      <a:pt x="1082435" y="327151"/>
                    </a:cubicBezTo>
                    <a:cubicBezTo>
                      <a:pt x="1064909" y="143129"/>
                      <a:pt x="923431" y="127"/>
                      <a:pt x="751601" y="0"/>
                    </a:cubicBezTo>
                    <a:lnTo>
                      <a:pt x="751474" y="0"/>
                    </a:lnTo>
                    <a:lnTo>
                      <a:pt x="751347" y="0"/>
                    </a:lnTo>
                    <a:cubicBezTo>
                      <a:pt x="527065" y="127"/>
                      <a:pt x="284369" y="635"/>
                      <a:pt x="59834" y="0"/>
                    </a:cubicBezTo>
                    <a:cubicBezTo>
                      <a:pt x="43197" y="0"/>
                      <a:pt x="33037" y="0"/>
                      <a:pt x="5224" y="0"/>
                    </a:cubicBezTo>
                    <a:cubicBezTo>
                      <a:pt x="86631" y="0"/>
                      <a:pt x="125493" y="77851"/>
                      <a:pt x="125493" y="198120"/>
                    </a:cubicBezTo>
                    <a:lnTo>
                      <a:pt x="125493" y="943735"/>
                    </a:lnTo>
                    <a:cubicBezTo>
                      <a:pt x="135145" y="938401"/>
                      <a:pt x="140098" y="935988"/>
                      <a:pt x="144797" y="932813"/>
                    </a:cubicBezTo>
                    <a:cubicBezTo>
                      <a:pt x="251095" y="862201"/>
                      <a:pt x="363490" y="821307"/>
                      <a:pt x="480711" y="808480"/>
                    </a:cubicBezTo>
                    <a:cubicBezTo>
                      <a:pt x="562625" y="799590"/>
                      <a:pt x="646826" y="804416"/>
                      <a:pt x="732805" y="822577"/>
                    </a:cubicBezTo>
                    <a:cubicBezTo>
                      <a:pt x="913525" y="860677"/>
                      <a:pt x="1037985" y="961896"/>
                      <a:pt x="1087134" y="1151633"/>
                    </a:cubicBezTo>
                    <a:cubicBezTo>
                      <a:pt x="1099961" y="1201163"/>
                      <a:pt x="1109740" y="1253487"/>
                      <a:pt x="1112280" y="1304922"/>
                    </a:cubicBezTo>
                    <a:cubicBezTo>
                      <a:pt x="1119392" y="1446399"/>
                      <a:pt x="1092722" y="1579114"/>
                      <a:pt x="1018427" y="1700399"/>
                    </a:cubicBezTo>
                    <a:cubicBezTo>
                      <a:pt x="874155" y="1935729"/>
                      <a:pt x="602249" y="1956938"/>
                      <a:pt x="418989" y="1751453"/>
                    </a:cubicBezTo>
                    <a:cubicBezTo>
                      <a:pt x="246904" y="1558540"/>
                      <a:pt x="265700" y="1214117"/>
                      <a:pt x="364887" y="1048636"/>
                    </a:cubicBezTo>
                    <a:cubicBezTo>
                      <a:pt x="433213" y="934718"/>
                      <a:pt x="552338" y="907159"/>
                      <a:pt x="668289" y="973707"/>
                    </a:cubicBezTo>
                    <a:cubicBezTo>
                      <a:pt x="763666" y="1028443"/>
                      <a:pt x="836182" y="1112771"/>
                      <a:pt x="871996" y="1215514"/>
                    </a:cubicBezTo>
                    <a:cubicBezTo>
                      <a:pt x="872123" y="1214244"/>
                      <a:pt x="872250" y="1212974"/>
                      <a:pt x="872377" y="1211704"/>
                    </a:cubicBezTo>
                    <a:lnTo>
                      <a:pt x="872758" y="1216530"/>
                    </a:lnTo>
                    <a:lnTo>
                      <a:pt x="871742" y="1216530"/>
                    </a:lnTo>
                    <a:cubicBezTo>
                      <a:pt x="871742" y="1216530"/>
                      <a:pt x="873647" y="1096007"/>
                      <a:pt x="873012" y="1026538"/>
                    </a:cubicBezTo>
                    <a:cubicBezTo>
                      <a:pt x="872758" y="1001519"/>
                      <a:pt x="872250" y="983105"/>
                      <a:pt x="871107" y="979422"/>
                    </a:cubicBezTo>
                    <a:cubicBezTo>
                      <a:pt x="866916" y="965071"/>
                      <a:pt x="857645" y="962023"/>
                      <a:pt x="833008" y="952498"/>
                    </a:cubicBezTo>
                    <a:cubicBezTo>
                      <a:pt x="828817" y="950720"/>
                      <a:pt x="824372" y="948942"/>
                      <a:pt x="819419" y="946910"/>
                    </a:cubicBezTo>
                    <a:cubicBezTo>
                      <a:pt x="716295" y="905381"/>
                      <a:pt x="607837" y="897761"/>
                      <a:pt x="498745" y="907667"/>
                    </a:cubicBezTo>
                    <a:cubicBezTo>
                      <a:pt x="433086" y="913636"/>
                      <a:pt x="372126" y="927606"/>
                      <a:pt x="317008" y="948815"/>
                    </a:cubicBezTo>
                    <a:cubicBezTo>
                      <a:pt x="110253" y="1028570"/>
                      <a:pt x="-14842" y="1210561"/>
                      <a:pt x="1414" y="1452876"/>
                    </a:cubicBezTo>
                    <a:cubicBezTo>
                      <a:pt x="18432" y="1706114"/>
                      <a:pt x="210328" y="1867276"/>
                      <a:pt x="429657" y="1909694"/>
                    </a:cubicBezTo>
                    <a:cubicBezTo>
                      <a:pt x="522239" y="1927601"/>
                      <a:pt x="619648" y="1931284"/>
                      <a:pt x="714898" y="1927601"/>
                    </a:cubicBezTo>
                    <a:cubicBezTo>
                      <a:pt x="761126" y="1925823"/>
                      <a:pt x="807227" y="1922521"/>
                      <a:pt x="852820" y="1917822"/>
                    </a:cubicBezTo>
                    <a:cubicBezTo>
                      <a:pt x="909334" y="1912107"/>
                      <a:pt x="962928" y="1900423"/>
                      <a:pt x="1013093" y="1882262"/>
                    </a:cubicBezTo>
                    <a:cubicBezTo>
                      <a:pt x="1129933" y="1839844"/>
                      <a:pt x="1227341" y="1761994"/>
                      <a:pt x="1293762" y="1640963"/>
                    </a:cubicBezTo>
                    <a:cubicBezTo>
                      <a:pt x="1341895" y="1553333"/>
                      <a:pt x="1367295" y="1461131"/>
                      <a:pt x="1372756" y="1366517"/>
                    </a:cubicBezTo>
                    <a:cubicBezTo>
                      <a:pt x="1373391" y="1354960"/>
                      <a:pt x="1373899" y="1343276"/>
                      <a:pt x="1373899" y="1331465"/>
                    </a:cubicBezTo>
                    <a:cubicBezTo>
                      <a:pt x="1373899" y="1330957"/>
                      <a:pt x="1373899" y="1330576"/>
                      <a:pt x="1373899" y="1330068"/>
                    </a:cubicBezTo>
                    <a:lnTo>
                      <a:pt x="1373899" y="1329560"/>
                    </a:lnTo>
                    <a:cubicBezTo>
                      <a:pt x="1373899" y="1329052"/>
                      <a:pt x="1373899" y="1328544"/>
                      <a:pt x="1373899" y="132803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668460" y="672988"/>
              <a:ext cx="639167" cy="143598"/>
              <a:chOff x="0" y="0"/>
              <a:chExt cx="2274926" cy="511099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63500" y="65152"/>
                <a:ext cx="264668" cy="280546"/>
              </a:xfrm>
              <a:custGeom>
                <a:avLst/>
                <a:gdLst/>
                <a:ahLst/>
                <a:cxnLst/>
                <a:rect r="r" b="b" t="t" l="l"/>
                <a:pathLst>
                  <a:path h="280546" w="264668">
                    <a:moveTo>
                      <a:pt x="260986" y="162689"/>
                    </a:moveTo>
                    <a:lnTo>
                      <a:pt x="264669" y="228983"/>
                    </a:lnTo>
                    <a:cubicBezTo>
                      <a:pt x="247397" y="257559"/>
                      <a:pt x="214503" y="280546"/>
                      <a:pt x="156337" y="280546"/>
                    </a:cubicBezTo>
                    <a:cubicBezTo>
                      <a:pt x="61722" y="280165"/>
                      <a:pt x="0" y="227840"/>
                      <a:pt x="0" y="139955"/>
                    </a:cubicBezTo>
                    <a:cubicBezTo>
                      <a:pt x="0" y="53721"/>
                      <a:pt x="59563" y="0"/>
                      <a:pt x="157480" y="0"/>
                    </a:cubicBezTo>
                    <a:cubicBezTo>
                      <a:pt x="198501" y="0"/>
                      <a:pt x="231522" y="9525"/>
                      <a:pt x="253366" y="20828"/>
                    </a:cubicBezTo>
                    <a:lnTo>
                      <a:pt x="254128" y="86996"/>
                    </a:lnTo>
                    <a:lnTo>
                      <a:pt x="250953" y="86996"/>
                    </a:lnTo>
                    <a:cubicBezTo>
                      <a:pt x="236856" y="36449"/>
                      <a:pt x="203708" y="16256"/>
                      <a:pt x="161290" y="16256"/>
                    </a:cubicBezTo>
                    <a:cubicBezTo>
                      <a:pt x="100203" y="16256"/>
                      <a:pt x="62738" y="63373"/>
                      <a:pt x="62738" y="139066"/>
                    </a:cubicBezTo>
                    <a:cubicBezTo>
                      <a:pt x="62738" y="215394"/>
                      <a:pt x="98933" y="262893"/>
                      <a:pt x="156210" y="264417"/>
                    </a:cubicBezTo>
                    <a:cubicBezTo>
                      <a:pt x="215519" y="264290"/>
                      <a:pt x="245619" y="238509"/>
                      <a:pt x="257557" y="162689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02" id="102"/>
              <p:cNvSpPr/>
              <p:nvPr/>
            </p:nvSpPr>
            <p:spPr>
              <a:xfrm flipH="false" flipV="false" rot="0">
                <a:off x="381128" y="70486"/>
                <a:ext cx="217297" cy="269878"/>
              </a:xfrm>
              <a:custGeom>
                <a:avLst/>
                <a:gdLst/>
                <a:ahLst/>
                <a:cxnLst/>
                <a:rect r="r" b="b" t="t" l="l"/>
                <a:pathLst>
                  <a:path h="269878" w="217297">
                    <a:moveTo>
                      <a:pt x="199517" y="269878"/>
                    </a:moveTo>
                    <a:lnTo>
                      <a:pt x="0" y="269878"/>
                    </a:lnTo>
                    <a:lnTo>
                      <a:pt x="127" y="266068"/>
                    </a:lnTo>
                    <a:lnTo>
                      <a:pt x="4953" y="266068"/>
                    </a:lnTo>
                    <a:cubicBezTo>
                      <a:pt x="18415" y="266068"/>
                      <a:pt x="29337" y="255273"/>
                      <a:pt x="29591" y="241811"/>
                    </a:cubicBezTo>
                    <a:lnTo>
                      <a:pt x="29591" y="28067"/>
                    </a:lnTo>
                    <a:cubicBezTo>
                      <a:pt x="29337" y="14605"/>
                      <a:pt x="18415" y="3810"/>
                      <a:pt x="4953" y="3810"/>
                    </a:cubicBezTo>
                    <a:lnTo>
                      <a:pt x="127" y="3810"/>
                    </a:lnTo>
                    <a:lnTo>
                      <a:pt x="0" y="0"/>
                    </a:lnTo>
                    <a:lnTo>
                      <a:pt x="117094" y="0"/>
                    </a:lnTo>
                    <a:lnTo>
                      <a:pt x="116967" y="3810"/>
                    </a:lnTo>
                    <a:lnTo>
                      <a:pt x="112141" y="3810"/>
                    </a:lnTo>
                    <a:cubicBezTo>
                      <a:pt x="98679" y="3810"/>
                      <a:pt x="87757" y="14605"/>
                      <a:pt x="87503" y="28067"/>
                    </a:cubicBezTo>
                    <a:lnTo>
                      <a:pt x="87503" y="253368"/>
                    </a:lnTo>
                    <a:lnTo>
                      <a:pt x="138049" y="253368"/>
                    </a:lnTo>
                    <a:cubicBezTo>
                      <a:pt x="176530" y="253368"/>
                      <a:pt x="201549" y="229491"/>
                      <a:pt x="213487" y="191137"/>
                    </a:cubicBezTo>
                    <a:lnTo>
                      <a:pt x="217297" y="19113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635509" y="70613"/>
                <a:ext cx="117094" cy="269751"/>
              </a:xfrm>
              <a:custGeom>
                <a:avLst/>
                <a:gdLst/>
                <a:ahLst/>
                <a:cxnLst/>
                <a:rect r="r" b="b" t="t" l="l"/>
                <a:pathLst>
                  <a:path h="269751" w="117094">
                    <a:moveTo>
                      <a:pt x="117094" y="269751"/>
                    </a:moveTo>
                    <a:lnTo>
                      <a:pt x="0" y="269751"/>
                    </a:lnTo>
                    <a:lnTo>
                      <a:pt x="127" y="265941"/>
                    </a:lnTo>
                    <a:lnTo>
                      <a:pt x="4953" y="265941"/>
                    </a:lnTo>
                    <a:cubicBezTo>
                      <a:pt x="18415" y="265941"/>
                      <a:pt x="29337" y="255146"/>
                      <a:pt x="29591" y="241684"/>
                    </a:cubicBezTo>
                    <a:lnTo>
                      <a:pt x="29591" y="27813"/>
                    </a:lnTo>
                    <a:cubicBezTo>
                      <a:pt x="29210" y="14478"/>
                      <a:pt x="18415" y="3810"/>
                      <a:pt x="4953" y="3810"/>
                    </a:cubicBezTo>
                    <a:lnTo>
                      <a:pt x="127" y="3810"/>
                    </a:lnTo>
                    <a:lnTo>
                      <a:pt x="0" y="0"/>
                    </a:lnTo>
                    <a:lnTo>
                      <a:pt x="117094" y="0"/>
                    </a:lnTo>
                    <a:lnTo>
                      <a:pt x="116967" y="3810"/>
                    </a:lnTo>
                    <a:lnTo>
                      <a:pt x="112141" y="3810"/>
                    </a:lnTo>
                    <a:cubicBezTo>
                      <a:pt x="98806" y="3810"/>
                      <a:pt x="87884" y="14478"/>
                      <a:pt x="87503" y="27813"/>
                    </a:cubicBezTo>
                    <a:lnTo>
                      <a:pt x="87503" y="241557"/>
                    </a:lnTo>
                    <a:cubicBezTo>
                      <a:pt x="87757" y="255019"/>
                      <a:pt x="98679" y="265814"/>
                      <a:pt x="112141" y="265814"/>
                    </a:cubicBezTo>
                    <a:lnTo>
                      <a:pt x="116967" y="265814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04" id="104"/>
              <p:cNvSpPr/>
              <p:nvPr/>
            </p:nvSpPr>
            <p:spPr>
              <a:xfrm flipH="false" flipV="false" rot="0">
                <a:off x="798831" y="64771"/>
                <a:ext cx="310643" cy="280927"/>
              </a:xfrm>
              <a:custGeom>
                <a:avLst/>
                <a:gdLst/>
                <a:ahLst/>
                <a:cxnLst/>
                <a:rect r="r" b="b" t="t" l="l"/>
                <a:pathLst>
                  <a:path h="280927" w="310643">
                    <a:moveTo>
                      <a:pt x="310643" y="5715"/>
                    </a:moveTo>
                    <a:lnTo>
                      <a:pt x="310516" y="9525"/>
                    </a:lnTo>
                    <a:lnTo>
                      <a:pt x="303531" y="9525"/>
                    </a:lnTo>
                    <a:cubicBezTo>
                      <a:pt x="290577" y="9525"/>
                      <a:pt x="280163" y="19812"/>
                      <a:pt x="279782" y="32512"/>
                    </a:cubicBezTo>
                    <a:lnTo>
                      <a:pt x="279782" y="231777"/>
                    </a:lnTo>
                    <a:cubicBezTo>
                      <a:pt x="279782" y="260861"/>
                      <a:pt x="284227" y="280927"/>
                      <a:pt x="284227" y="280927"/>
                    </a:cubicBezTo>
                    <a:lnTo>
                      <a:pt x="280671" y="280927"/>
                    </a:lnTo>
                    <a:lnTo>
                      <a:pt x="85980" y="95505"/>
                    </a:lnTo>
                    <a:lnTo>
                      <a:pt x="85980" y="248415"/>
                    </a:lnTo>
                    <a:cubicBezTo>
                      <a:pt x="86233" y="261242"/>
                      <a:pt x="96775" y="271656"/>
                      <a:pt x="109729" y="271656"/>
                    </a:cubicBezTo>
                    <a:lnTo>
                      <a:pt x="116841" y="271656"/>
                    </a:lnTo>
                    <a:lnTo>
                      <a:pt x="116968" y="275466"/>
                    </a:lnTo>
                    <a:lnTo>
                      <a:pt x="0" y="275466"/>
                    </a:lnTo>
                    <a:lnTo>
                      <a:pt x="0" y="271656"/>
                    </a:lnTo>
                    <a:lnTo>
                      <a:pt x="7112" y="271656"/>
                    </a:lnTo>
                    <a:cubicBezTo>
                      <a:pt x="20066" y="271656"/>
                      <a:pt x="30608" y="261242"/>
                      <a:pt x="30861" y="248288"/>
                    </a:cubicBezTo>
                    <a:lnTo>
                      <a:pt x="30861" y="48133"/>
                    </a:lnTo>
                    <a:cubicBezTo>
                      <a:pt x="30861" y="19431"/>
                      <a:pt x="26416" y="0"/>
                      <a:pt x="26416" y="0"/>
                    </a:cubicBezTo>
                    <a:lnTo>
                      <a:pt x="30226" y="0"/>
                    </a:lnTo>
                    <a:lnTo>
                      <a:pt x="224791" y="185295"/>
                    </a:lnTo>
                    <a:lnTo>
                      <a:pt x="224791" y="33020"/>
                    </a:lnTo>
                    <a:cubicBezTo>
                      <a:pt x="224537" y="20066"/>
                      <a:pt x="213996" y="9652"/>
                      <a:pt x="201042" y="9652"/>
                    </a:cubicBezTo>
                    <a:lnTo>
                      <a:pt x="193930" y="9652"/>
                    </a:lnTo>
                    <a:lnTo>
                      <a:pt x="193803" y="584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05" id="105"/>
              <p:cNvSpPr/>
              <p:nvPr/>
            </p:nvSpPr>
            <p:spPr>
              <a:xfrm flipH="false" flipV="false" rot="0">
                <a:off x="1149987" y="70486"/>
                <a:ext cx="117094" cy="269878"/>
              </a:xfrm>
              <a:custGeom>
                <a:avLst/>
                <a:gdLst/>
                <a:ahLst/>
                <a:cxnLst/>
                <a:rect r="r" b="b" t="t" l="l"/>
                <a:pathLst>
                  <a:path h="269878" w="117094">
                    <a:moveTo>
                      <a:pt x="117094" y="269878"/>
                    </a:moveTo>
                    <a:lnTo>
                      <a:pt x="0" y="269878"/>
                    </a:lnTo>
                    <a:lnTo>
                      <a:pt x="127" y="266068"/>
                    </a:lnTo>
                    <a:lnTo>
                      <a:pt x="4953" y="266068"/>
                    </a:lnTo>
                    <a:cubicBezTo>
                      <a:pt x="18415" y="266068"/>
                      <a:pt x="29337" y="255273"/>
                      <a:pt x="29591" y="241811"/>
                    </a:cubicBezTo>
                    <a:lnTo>
                      <a:pt x="29591" y="27940"/>
                    </a:lnTo>
                    <a:cubicBezTo>
                      <a:pt x="29337" y="14605"/>
                      <a:pt x="18415" y="3810"/>
                      <a:pt x="4953" y="3810"/>
                    </a:cubicBezTo>
                    <a:lnTo>
                      <a:pt x="127" y="3810"/>
                    </a:lnTo>
                    <a:lnTo>
                      <a:pt x="0" y="0"/>
                    </a:lnTo>
                    <a:lnTo>
                      <a:pt x="117094" y="0"/>
                    </a:lnTo>
                    <a:lnTo>
                      <a:pt x="116967" y="3810"/>
                    </a:lnTo>
                    <a:lnTo>
                      <a:pt x="112141" y="3810"/>
                    </a:lnTo>
                    <a:cubicBezTo>
                      <a:pt x="98679" y="3810"/>
                      <a:pt x="87884" y="14478"/>
                      <a:pt x="87503" y="27813"/>
                    </a:cubicBezTo>
                    <a:lnTo>
                      <a:pt x="87503" y="241684"/>
                    </a:lnTo>
                    <a:cubicBezTo>
                      <a:pt x="87757" y="255146"/>
                      <a:pt x="98679" y="265941"/>
                      <a:pt x="112141" y="265941"/>
                    </a:cubicBezTo>
                    <a:lnTo>
                      <a:pt x="116967" y="265941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06" id="106"/>
              <p:cNvSpPr/>
              <p:nvPr/>
            </p:nvSpPr>
            <p:spPr>
              <a:xfrm flipH="false" flipV="false" rot="0">
                <a:off x="1312674" y="65025"/>
                <a:ext cx="504572" cy="382567"/>
              </a:xfrm>
              <a:custGeom>
                <a:avLst/>
                <a:gdLst/>
                <a:ahLst/>
                <a:cxnLst/>
                <a:rect r="r" b="b" t="t" l="l"/>
                <a:pathLst>
                  <a:path h="382567" w="504572">
                    <a:moveTo>
                      <a:pt x="151639" y="264417"/>
                    </a:moveTo>
                    <a:cubicBezTo>
                      <a:pt x="205995" y="264417"/>
                      <a:pt x="240031" y="216918"/>
                      <a:pt x="240031" y="140336"/>
                    </a:cubicBezTo>
                    <a:cubicBezTo>
                      <a:pt x="240031" y="63754"/>
                      <a:pt x="205995" y="16256"/>
                      <a:pt x="151639" y="16256"/>
                    </a:cubicBezTo>
                    <a:cubicBezTo>
                      <a:pt x="97156" y="16256"/>
                      <a:pt x="62993" y="63754"/>
                      <a:pt x="62993" y="140336"/>
                    </a:cubicBezTo>
                    <a:cubicBezTo>
                      <a:pt x="62993" y="216918"/>
                      <a:pt x="97283" y="264417"/>
                      <a:pt x="151639" y="264417"/>
                    </a:cubicBezTo>
                    <a:moveTo>
                      <a:pt x="504572" y="304549"/>
                    </a:moveTo>
                    <a:cubicBezTo>
                      <a:pt x="501143" y="364748"/>
                      <a:pt x="414656" y="414787"/>
                      <a:pt x="299848" y="357001"/>
                    </a:cubicBezTo>
                    <a:cubicBezTo>
                      <a:pt x="242952" y="328045"/>
                      <a:pt x="198121" y="285372"/>
                      <a:pt x="149353" y="280673"/>
                    </a:cubicBezTo>
                    <a:cubicBezTo>
                      <a:pt x="58166" y="279911"/>
                      <a:pt x="0" y="226316"/>
                      <a:pt x="0" y="140336"/>
                    </a:cubicBezTo>
                    <a:cubicBezTo>
                      <a:pt x="0" y="53721"/>
                      <a:pt x="59055" y="0"/>
                      <a:pt x="151639" y="0"/>
                    </a:cubicBezTo>
                    <a:cubicBezTo>
                      <a:pt x="244095" y="0"/>
                      <a:pt x="303023" y="53721"/>
                      <a:pt x="303023" y="140336"/>
                    </a:cubicBezTo>
                    <a:cubicBezTo>
                      <a:pt x="303023" y="208790"/>
                      <a:pt x="265939" y="256670"/>
                      <a:pt x="204979" y="273815"/>
                    </a:cubicBezTo>
                    <a:cubicBezTo>
                      <a:pt x="240920" y="281054"/>
                      <a:pt x="272416" y="293373"/>
                      <a:pt x="323724" y="313058"/>
                    </a:cubicBezTo>
                    <a:cubicBezTo>
                      <a:pt x="393193" y="339602"/>
                      <a:pt x="459614" y="337697"/>
                      <a:pt x="502413" y="303025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07" id="107"/>
              <p:cNvSpPr/>
              <p:nvPr/>
            </p:nvSpPr>
            <p:spPr>
              <a:xfrm flipH="false" flipV="false" rot="0">
                <a:off x="1662560" y="70486"/>
                <a:ext cx="289561" cy="275339"/>
              </a:xfrm>
              <a:custGeom>
                <a:avLst/>
                <a:gdLst/>
                <a:ahLst/>
                <a:cxnLst/>
                <a:rect r="r" b="b" t="t" l="l"/>
                <a:pathLst>
                  <a:path h="275339" w="289561">
                    <a:moveTo>
                      <a:pt x="289561" y="0"/>
                    </a:moveTo>
                    <a:lnTo>
                      <a:pt x="289561" y="3810"/>
                    </a:lnTo>
                    <a:lnTo>
                      <a:pt x="283338" y="3810"/>
                    </a:lnTo>
                    <a:cubicBezTo>
                      <a:pt x="272543" y="3810"/>
                      <a:pt x="263652" y="11430"/>
                      <a:pt x="263017" y="21971"/>
                    </a:cubicBezTo>
                    <a:lnTo>
                      <a:pt x="263017" y="172214"/>
                    </a:lnTo>
                    <a:cubicBezTo>
                      <a:pt x="263017" y="235588"/>
                      <a:pt x="221488" y="275339"/>
                      <a:pt x="152146" y="275339"/>
                    </a:cubicBezTo>
                    <a:cubicBezTo>
                      <a:pt x="69596" y="275339"/>
                      <a:pt x="26543" y="235842"/>
                      <a:pt x="26543" y="172976"/>
                    </a:cubicBezTo>
                    <a:lnTo>
                      <a:pt x="26543" y="22987"/>
                    </a:lnTo>
                    <a:cubicBezTo>
                      <a:pt x="26289" y="11938"/>
                      <a:pt x="17272" y="3937"/>
                      <a:pt x="6223" y="3937"/>
                    </a:cubicBezTo>
                    <a:lnTo>
                      <a:pt x="0" y="3937"/>
                    </a:lnTo>
                    <a:lnTo>
                      <a:pt x="0" y="127"/>
                    </a:lnTo>
                    <a:lnTo>
                      <a:pt x="110998" y="127"/>
                    </a:lnTo>
                    <a:lnTo>
                      <a:pt x="110998" y="3937"/>
                    </a:lnTo>
                    <a:lnTo>
                      <a:pt x="104775" y="3937"/>
                    </a:lnTo>
                    <a:cubicBezTo>
                      <a:pt x="93853" y="3937"/>
                      <a:pt x="84963" y="11684"/>
                      <a:pt x="84455" y="22479"/>
                    </a:cubicBezTo>
                    <a:lnTo>
                      <a:pt x="84455" y="169547"/>
                    </a:lnTo>
                    <a:cubicBezTo>
                      <a:pt x="84455" y="224411"/>
                      <a:pt x="113157" y="258448"/>
                      <a:pt x="159258" y="258448"/>
                    </a:cubicBezTo>
                    <a:cubicBezTo>
                      <a:pt x="206375" y="258448"/>
                      <a:pt x="235712" y="226316"/>
                      <a:pt x="235839" y="174500"/>
                    </a:cubicBezTo>
                    <a:lnTo>
                      <a:pt x="235839" y="22479"/>
                    </a:lnTo>
                    <a:cubicBezTo>
                      <a:pt x="235331" y="11684"/>
                      <a:pt x="226441" y="3937"/>
                      <a:pt x="215519" y="3937"/>
                    </a:cubicBezTo>
                    <a:lnTo>
                      <a:pt x="209296" y="3937"/>
                    </a:lnTo>
                    <a:lnTo>
                      <a:pt x="209296" y="12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08" id="108"/>
              <p:cNvSpPr/>
              <p:nvPr/>
            </p:nvSpPr>
            <p:spPr>
              <a:xfrm flipH="false" flipV="false" rot="0">
                <a:off x="1994158" y="63628"/>
                <a:ext cx="217170" cy="276736"/>
              </a:xfrm>
              <a:custGeom>
                <a:avLst/>
                <a:gdLst/>
                <a:ahLst/>
                <a:cxnLst/>
                <a:rect r="r" b="b" t="t" l="l"/>
                <a:pathLst>
                  <a:path h="276736" w="217170">
                    <a:moveTo>
                      <a:pt x="199517" y="276736"/>
                    </a:moveTo>
                    <a:lnTo>
                      <a:pt x="0" y="276736"/>
                    </a:lnTo>
                    <a:lnTo>
                      <a:pt x="126" y="272926"/>
                    </a:lnTo>
                    <a:lnTo>
                      <a:pt x="4953" y="272926"/>
                    </a:lnTo>
                    <a:cubicBezTo>
                      <a:pt x="18415" y="272926"/>
                      <a:pt x="29337" y="262131"/>
                      <a:pt x="29591" y="248669"/>
                    </a:cubicBezTo>
                    <a:lnTo>
                      <a:pt x="29591" y="33782"/>
                    </a:lnTo>
                    <a:cubicBezTo>
                      <a:pt x="28701" y="20955"/>
                      <a:pt x="18034" y="10795"/>
                      <a:pt x="4953" y="10795"/>
                    </a:cubicBezTo>
                    <a:lnTo>
                      <a:pt x="126" y="10795"/>
                    </a:lnTo>
                    <a:lnTo>
                      <a:pt x="0" y="6985"/>
                    </a:lnTo>
                    <a:lnTo>
                      <a:pt x="147828" y="6985"/>
                    </a:lnTo>
                    <a:cubicBezTo>
                      <a:pt x="164465" y="6858"/>
                      <a:pt x="186690" y="2921"/>
                      <a:pt x="193802" y="0"/>
                    </a:cubicBezTo>
                    <a:lnTo>
                      <a:pt x="193802" y="67438"/>
                    </a:lnTo>
                    <a:lnTo>
                      <a:pt x="189865" y="67438"/>
                    </a:lnTo>
                    <a:lnTo>
                      <a:pt x="189865" y="62611"/>
                    </a:lnTo>
                    <a:cubicBezTo>
                      <a:pt x="189865" y="39370"/>
                      <a:pt x="175387" y="24257"/>
                      <a:pt x="152146" y="23241"/>
                    </a:cubicBezTo>
                    <a:lnTo>
                      <a:pt x="87376" y="23241"/>
                    </a:lnTo>
                    <a:lnTo>
                      <a:pt x="87376" y="135383"/>
                    </a:lnTo>
                    <a:lnTo>
                      <a:pt x="138430" y="135383"/>
                    </a:lnTo>
                    <a:cubicBezTo>
                      <a:pt x="157353" y="135002"/>
                      <a:pt x="171196" y="121159"/>
                      <a:pt x="171069" y="102363"/>
                    </a:cubicBezTo>
                    <a:lnTo>
                      <a:pt x="171069" y="99061"/>
                    </a:lnTo>
                    <a:lnTo>
                      <a:pt x="174879" y="99061"/>
                    </a:lnTo>
                    <a:lnTo>
                      <a:pt x="174879" y="188089"/>
                    </a:lnTo>
                    <a:lnTo>
                      <a:pt x="171069" y="188089"/>
                    </a:lnTo>
                    <a:lnTo>
                      <a:pt x="171069" y="184787"/>
                    </a:lnTo>
                    <a:cubicBezTo>
                      <a:pt x="171069" y="166118"/>
                      <a:pt x="157480" y="152401"/>
                      <a:pt x="138811" y="151767"/>
                    </a:cubicBezTo>
                    <a:lnTo>
                      <a:pt x="87376" y="151767"/>
                    </a:lnTo>
                    <a:lnTo>
                      <a:pt x="87376" y="260226"/>
                    </a:lnTo>
                    <a:lnTo>
                      <a:pt x="137922" y="260226"/>
                    </a:lnTo>
                    <a:cubicBezTo>
                      <a:pt x="176403" y="260226"/>
                      <a:pt x="201422" y="236349"/>
                      <a:pt x="213360" y="197995"/>
                    </a:cubicBezTo>
                    <a:lnTo>
                      <a:pt x="217170" y="197995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</p:grpSp>
      <p:grpSp>
        <p:nvGrpSpPr>
          <p:cNvPr name="Group 109" id="109"/>
          <p:cNvGrpSpPr/>
          <p:nvPr/>
        </p:nvGrpSpPr>
        <p:grpSpPr>
          <a:xfrm rot="0">
            <a:off x="8655934" y="8479360"/>
            <a:ext cx="1621642" cy="774574"/>
            <a:chOff x="0" y="0"/>
            <a:chExt cx="2162190" cy="1032765"/>
          </a:xfrm>
        </p:grpSpPr>
        <p:grpSp>
          <p:nvGrpSpPr>
            <p:cNvPr name="Group 110" id="110"/>
            <p:cNvGrpSpPr/>
            <p:nvPr/>
          </p:nvGrpSpPr>
          <p:grpSpPr>
            <a:xfrm rot="0">
              <a:off x="0" y="0"/>
              <a:ext cx="393351" cy="508162"/>
              <a:chOff x="0" y="0"/>
              <a:chExt cx="1635277" cy="2112582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596773" y="1003553"/>
                <a:ext cx="975106" cy="1045209"/>
              </a:xfrm>
              <a:custGeom>
                <a:avLst/>
                <a:gdLst/>
                <a:ahLst/>
                <a:cxnLst/>
                <a:rect r="r" b="b" t="t" l="l"/>
                <a:pathLst>
                  <a:path h="1045209" w="975106">
                    <a:moveTo>
                      <a:pt x="490601" y="0"/>
                    </a:moveTo>
                    <a:cubicBezTo>
                      <a:pt x="572897" y="0"/>
                      <a:pt x="647446" y="16891"/>
                      <a:pt x="714121" y="50800"/>
                    </a:cubicBezTo>
                    <a:cubicBezTo>
                      <a:pt x="780796" y="84708"/>
                      <a:pt x="836041" y="131317"/>
                      <a:pt x="879729" y="190626"/>
                    </a:cubicBezTo>
                    <a:cubicBezTo>
                      <a:pt x="923417" y="249935"/>
                      <a:pt x="954151" y="317245"/>
                      <a:pt x="971931" y="392175"/>
                    </a:cubicBezTo>
                    <a:lnTo>
                      <a:pt x="975106" y="409320"/>
                    </a:lnTo>
                    <a:lnTo>
                      <a:pt x="798576" y="409320"/>
                    </a:lnTo>
                    <a:lnTo>
                      <a:pt x="795528" y="398398"/>
                    </a:lnTo>
                    <a:cubicBezTo>
                      <a:pt x="775716" y="328548"/>
                      <a:pt x="738505" y="271017"/>
                      <a:pt x="683768" y="225678"/>
                    </a:cubicBezTo>
                    <a:cubicBezTo>
                      <a:pt x="629031" y="180339"/>
                      <a:pt x="564769" y="157733"/>
                      <a:pt x="490728" y="157733"/>
                    </a:cubicBezTo>
                    <a:cubicBezTo>
                      <a:pt x="425069" y="157733"/>
                      <a:pt x="368300" y="174878"/>
                      <a:pt x="320421" y="209295"/>
                    </a:cubicBezTo>
                    <a:cubicBezTo>
                      <a:pt x="272542" y="243712"/>
                      <a:pt x="235966" y="288797"/>
                      <a:pt x="211074" y="344423"/>
                    </a:cubicBezTo>
                    <a:cubicBezTo>
                      <a:pt x="186182" y="400049"/>
                      <a:pt x="173609" y="459231"/>
                      <a:pt x="173609" y="521842"/>
                    </a:cubicBezTo>
                    <a:cubicBezTo>
                      <a:pt x="173609" y="583310"/>
                      <a:pt x="186055" y="641857"/>
                      <a:pt x="211074" y="697610"/>
                    </a:cubicBezTo>
                    <a:cubicBezTo>
                      <a:pt x="236093" y="753363"/>
                      <a:pt x="272542" y="798447"/>
                      <a:pt x="320421" y="832737"/>
                    </a:cubicBezTo>
                    <a:cubicBezTo>
                      <a:pt x="368300" y="867027"/>
                      <a:pt x="425069" y="884299"/>
                      <a:pt x="490728" y="884299"/>
                    </a:cubicBezTo>
                    <a:cubicBezTo>
                      <a:pt x="564642" y="884299"/>
                      <a:pt x="629285" y="861947"/>
                      <a:pt x="684530" y="817116"/>
                    </a:cubicBezTo>
                    <a:cubicBezTo>
                      <a:pt x="739775" y="772286"/>
                      <a:pt x="776732" y="715009"/>
                      <a:pt x="795528" y="645159"/>
                    </a:cubicBezTo>
                    <a:lnTo>
                      <a:pt x="798576" y="634237"/>
                    </a:lnTo>
                    <a:lnTo>
                      <a:pt x="975106" y="634237"/>
                    </a:lnTo>
                    <a:lnTo>
                      <a:pt x="971931" y="651382"/>
                    </a:lnTo>
                    <a:cubicBezTo>
                      <a:pt x="954151" y="727455"/>
                      <a:pt x="923417" y="795146"/>
                      <a:pt x="879729" y="854581"/>
                    </a:cubicBezTo>
                    <a:cubicBezTo>
                      <a:pt x="836041" y="914018"/>
                      <a:pt x="781050" y="960626"/>
                      <a:pt x="714883" y="994408"/>
                    </a:cubicBezTo>
                    <a:cubicBezTo>
                      <a:pt x="648716" y="1028190"/>
                      <a:pt x="573913" y="1045208"/>
                      <a:pt x="490601" y="1045208"/>
                    </a:cubicBezTo>
                    <a:cubicBezTo>
                      <a:pt x="390525" y="1045208"/>
                      <a:pt x="303276" y="1020951"/>
                      <a:pt x="228854" y="972564"/>
                    </a:cubicBezTo>
                    <a:cubicBezTo>
                      <a:pt x="154432" y="924177"/>
                      <a:pt x="97536" y="860043"/>
                      <a:pt x="58547" y="780287"/>
                    </a:cubicBezTo>
                    <a:cubicBezTo>
                      <a:pt x="19558" y="700531"/>
                      <a:pt x="0" y="614933"/>
                      <a:pt x="0" y="523239"/>
                    </a:cubicBezTo>
                    <a:cubicBezTo>
                      <a:pt x="0" y="431545"/>
                      <a:pt x="19558" y="345566"/>
                      <a:pt x="58547" y="265302"/>
                    </a:cubicBezTo>
                    <a:cubicBezTo>
                      <a:pt x="97536" y="185038"/>
                      <a:pt x="154305" y="121157"/>
                      <a:pt x="228727" y="72771"/>
                    </a:cubicBezTo>
                    <a:cubicBezTo>
                      <a:pt x="303149" y="24384"/>
                      <a:pt x="390525" y="127"/>
                      <a:pt x="490474" y="127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12" id="112"/>
              <p:cNvSpPr/>
              <p:nvPr/>
            </p:nvSpPr>
            <p:spPr>
              <a:xfrm flipH="false" flipV="false" rot="0">
                <a:off x="63465" y="63517"/>
                <a:ext cx="1304265" cy="924054"/>
              </a:xfrm>
              <a:custGeom>
                <a:avLst/>
                <a:gdLst/>
                <a:ahLst/>
                <a:cxnLst/>
                <a:rect r="r" b="b" t="t" l="l"/>
                <a:pathLst>
                  <a:path h="924054" w="1304265">
                    <a:moveTo>
                      <a:pt x="985174" y="821164"/>
                    </a:moveTo>
                    <a:cubicBezTo>
                      <a:pt x="998001" y="819132"/>
                      <a:pt x="1012733" y="817354"/>
                      <a:pt x="1023147" y="817100"/>
                    </a:cubicBezTo>
                    <a:cubicBezTo>
                      <a:pt x="1024671" y="817100"/>
                      <a:pt x="1026449" y="816973"/>
                      <a:pt x="1027973" y="816719"/>
                    </a:cubicBezTo>
                    <a:cubicBezTo>
                      <a:pt x="1049817" y="813417"/>
                      <a:pt x="1064803" y="793097"/>
                      <a:pt x="1061501" y="771380"/>
                    </a:cubicBezTo>
                    <a:lnTo>
                      <a:pt x="1060866" y="767316"/>
                    </a:lnTo>
                    <a:cubicBezTo>
                      <a:pt x="1055913" y="734423"/>
                      <a:pt x="1050325" y="701657"/>
                      <a:pt x="1044610" y="669018"/>
                    </a:cubicBezTo>
                    <a:cubicBezTo>
                      <a:pt x="1063025" y="664954"/>
                      <a:pt x="1081059" y="660001"/>
                      <a:pt x="1098712" y="653397"/>
                    </a:cubicBezTo>
                    <a:cubicBezTo>
                      <a:pt x="1133510" y="640062"/>
                      <a:pt x="1167038" y="622155"/>
                      <a:pt x="1197137" y="598025"/>
                    </a:cubicBezTo>
                    <a:cubicBezTo>
                      <a:pt x="1227236" y="574022"/>
                      <a:pt x="1253652" y="543542"/>
                      <a:pt x="1272194" y="508109"/>
                    </a:cubicBezTo>
                    <a:cubicBezTo>
                      <a:pt x="1291244" y="473057"/>
                      <a:pt x="1301150" y="433179"/>
                      <a:pt x="1303690" y="394444"/>
                    </a:cubicBezTo>
                    <a:cubicBezTo>
                      <a:pt x="1305976" y="355455"/>
                      <a:pt x="1301277" y="317356"/>
                      <a:pt x="1292641" y="281288"/>
                    </a:cubicBezTo>
                    <a:cubicBezTo>
                      <a:pt x="1290609" y="272144"/>
                      <a:pt x="1288196" y="263254"/>
                      <a:pt x="1285402" y="254491"/>
                    </a:cubicBezTo>
                    <a:lnTo>
                      <a:pt x="1281465" y="241283"/>
                    </a:lnTo>
                    <a:lnTo>
                      <a:pt x="1275877" y="226551"/>
                    </a:lnTo>
                    <a:cubicBezTo>
                      <a:pt x="1267622" y="207247"/>
                      <a:pt x="1257335" y="189340"/>
                      <a:pt x="1245270" y="173465"/>
                    </a:cubicBezTo>
                    <a:cubicBezTo>
                      <a:pt x="1221013" y="141588"/>
                      <a:pt x="1191676" y="115680"/>
                      <a:pt x="1159672" y="95233"/>
                    </a:cubicBezTo>
                    <a:cubicBezTo>
                      <a:pt x="1127795" y="74659"/>
                      <a:pt x="1093378" y="58784"/>
                      <a:pt x="1057691" y="47989"/>
                    </a:cubicBezTo>
                    <a:cubicBezTo>
                      <a:pt x="986444" y="26272"/>
                      <a:pt x="910371" y="21700"/>
                      <a:pt x="837854" y="35162"/>
                    </a:cubicBezTo>
                    <a:cubicBezTo>
                      <a:pt x="791626" y="43798"/>
                      <a:pt x="747303" y="59546"/>
                      <a:pt x="706028" y="80628"/>
                    </a:cubicBezTo>
                    <a:cubicBezTo>
                      <a:pt x="697900" y="73008"/>
                      <a:pt x="689264" y="65896"/>
                      <a:pt x="680247" y="59546"/>
                    </a:cubicBezTo>
                    <a:cubicBezTo>
                      <a:pt x="659800" y="45195"/>
                      <a:pt x="637448" y="34019"/>
                      <a:pt x="614080" y="26145"/>
                    </a:cubicBezTo>
                    <a:cubicBezTo>
                      <a:pt x="567598" y="10016"/>
                      <a:pt x="518830" y="1253"/>
                      <a:pt x="469681" y="110"/>
                    </a:cubicBezTo>
                    <a:cubicBezTo>
                      <a:pt x="420532" y="-1033"/>
                      <a:pt x="370875" y="6714"/>
                      <a:pt x="324266" y="23605"/>
                    </a:cubicBezTo>
                    <a:cubicBezTo>
                      <a:pt x="278038" y="41258"/>
                      <a:pt x="234858" y="67293"/>
                      <a:pt x="198917" y="100567"/>
                    </a:cubicBezTo>
                    <a:cubicBezTo>
                      <a:pt x="162849" y="132952"/>
                      <a:pt x="132115" y="173973"/>
                      <a:pt x="113319" y="219439"/>
                    </a:cubicBezTo>
                    <a:cubicBezTo>
                      <a:pt x="94396" y="265032"/>
                      <a:pt x="87030" y="314308"/>
                      <a:pt x="89570" y="361932"/>
                    </a:cubicBezTo>
                    <a:cubicBezTo>
                      <a:pt x="92237" y="409430"/>
                      <a:pt x="101762" y="456420"/>
                      <a:pt x="122082" y="499219"/>
                    </a:cubicBezTo>
                    <a:cubicBezTo>
                      <a:pt x="141894" y="541764"/>
                      <a:pt x="169961" y="579737"/>
                      <a:pt x="204124" y="609963"/>
                    </a:cubicBezTo>
                    <a:cubicBezTo>
                      <a:pt x="176184" y="573895"/>
                      <a:pt x="155864" y="533128"/>
                      <a:pt x="142402" y="491218"/>
                    </a:cubicBezTo>
                    <a:cubicBezTo>
                      <a:pt x="129575" y="449308"/>
                      <a:pt x="124622" y="404985"/>
                      <a:pt x="126527" y="361932"/>
                    </a:cubicBezTo>
                    <a:cubicBezTo>
                      <a:pt x="128686" y="318753"/>
                      <a:pt x="139481" y="276970"/>
                      <a:pt x="158150" y="239886"/>
                    </a:cubicBezTo>
                    <a:cubicBezTo>
                      <a:pt x="176946" y="202675"/>
                      <a:pt x="203870" y="170798"/>
                      <a:pt x="236636" y="144128"/>
                    </a:cubicBezTo>
                    <a:cubicBezTo>
                      <a:pt x="301406" y="90280"/>
                      <a:pt x="384718" y="65515"/>
                      <a:pt x="467903" y="67928"/>
                    </a:cubicBezTo>
                    <a:cubicBezTo>
                      <a:pt x="509559" y="68817"/>
                      <a:pt x="551215" y="77326"/>
                      <a:pt x="590204" y="91931"/>
                    </a:cubicBezTo>
                    <a:cubicBezTo>
                      <a:pt x="609508" y="99424"/>
                      <a:pt x="628685" y="107171"/>
                      <a:pt x="647608" y="115553"/>
                    </a:cubicBezTo>
                    <a:cubicBezTo>
                      <a:pt x="644560" y="117712"/>
                      <a:pt x="641385" y="119744"/>
                      <a:pt x="638210" y="121903"/>
                    </a:cubicBezTo>
                    <a:cubicBezTo>
                      <a:pt x="623478" y="131936"/>
                      <a:pt x="609254" y="144128"/>
                      <a:pt x="596046" y="154923"/>
                    </a:cubicBezTo>
                    <a:cubicBezTo>
                      <a:pt x="584616" y="164702"/>
                      <a:pt x="573059" y="174481"/>
                      <a:pt x="561756" y="184514"/>
                    </a:cubicBezTo>
                    <a:cubicBezTo>
                      <a:pt x="550199" y="194293"/>
                      <a:pt x="538642" y="204072"/>
                      <a:pt x="527466" y="214232"/>
                    </a:cubicBezTo>
                    <a:lnTo>
                      <a:pt x="482254" y="251316"/>
                    </a:lnTo>
                    <a:cubicBezTo>
                      <a:pt x="456727" y="272271"/>
                      <a:pt x="430692" y="292337"/>
                      <a:pt x="403641" y="310117"/>
                    </a:cubicBezTo>
                    <a:cubicBezTo>
                      <a:pt x="390052" y="319007"/>
                      <a:pt x="376082" y="327008"/>
                      <a:pt x="361350" y="332596"/>
                    </a:cubicBezTo>
                    <a:cubicBezTo>
                      <a:pt x="346745" y="338438"/>
                      <a:pt x="331251" y="340216"/>
                      <a:pt x="314614" y="333485"/>
                    </a:cubicBezTo>
                    <a:cubicBezTo>
                      <a:pt x="320710" y="339327"/>
                      <a:pt x="327949" y="345169"/>
                      <a:pt x="337093" y="347962"/>
                    </a:cubicBezTo>
                    <a:cubicBezTo>
                      <a:pt x="346110" y="351010"/>
                      <a:pt x="355508" y="351391"/>
                      <a:pt x="364779" y="351391"/>
                    </a:cubicBezTo>
                    <a:cubicBezTo>
                      <a:pt x="383067" y="350121"/>
                      <a:pt x="401101" y="346565"/>
                      <a:pt x="417865" y="340724"/>
                    </a:cubicBezTo>
                    <a:cubicBezTo>
                      <a:pt x="451774" y="329675"/>
                      <a:pt x="483016" y="313800"/>
                      <a:pt x="513369" y="297036"/>
                    </a:cubicBezTo>
                    <a:cubicBezTo>
                      <a:pt x="543214" y="279383"/>
                      <a:pt x="572424" y="261095"/>
                      <a:pt x="600364" y="241156"/>
                    </a:cubicBezTo>
                    <a:lnTo>
                      <a:pt x="641512" y="210549"/>
                    </a:lnTo>
                    <a:cubicBezTo>
                      <a:pt x="655101" y="200770"/>
                      <a:pt x="666658" y="191118"/>
                      <a:pt x="680247" y="182736"/>
                    </a:cubicBezTo>
                    <a:cubicBezTo>
                      <a:pt x="783879" y="112378"/>
                      <a:pt x="916340" y="91423"/>
                      <a:pt x="1031529" y="129777"/>
                    </a:cubicBezTo>
                    <a:cubicBezTo>
                      <a:pt x="1088298" y="148700"/>
                      <a:pt x="1141892" y="181466"/>
                      <a:pt x="1175166" y="225789"/>
                    </a:cubicBezTo>
                    <a:cubicBezTo>
                      <a:pt x="1183548" y="236711"/>
                      <a:pt x="1189898" y="248395"/>
                      <a:pt x="1194851" y="260079"/>
                    </a:cubicBezTo>
                    <a:lnTo>
                      <a:pt x="1198407" y="268969"/>
                    </a:lnTo>
                    <a:lnTo>
                      <a:pt x="1201836" y="279891"/>
                    </a:lnTo>
                    <a:cubicBezTo>
                      <a:pt x="1204249" y="287257"/>
                      <a:pt x="1206408" y="294496"/>
                      <a:pt x="1208059" y="301862"/>
                    </a:cubicBezTo>
                    <a:cubicBezTo>
                      <a:pt x="1215552" y="331199"/>
                      <a:pt x="1219235" y="360789"/>
                      <a:pt x="1217965" y="389237"/>
                    </a:cubicBezTo>
                    <a:cubicBezTo>
                      <a:pt x="1216060" y="417558"/>
                      <a:pt x="1209964" y="444863"/>
                      <a:pt x="1197518" y="469501"/>
                    </a:cubicBezTo>
                    <a:cubicBezTo>
                      <a:pt x="1185326" y="494266"/>
                      <a:pt x="1167419" y="516491"/>
                      <a:pt x="1145321" y="535033"/>
                    </a:cubicBezTo>
                    <a:cubicBezTo>
                      <a:pt x="1123477" y="553956"/>
                      <a:pt x="1097569" y="569450"/>
                      <a:pt x="1069883" y="581261"/>
                    </a:cubicBezTo>
                    <a:cubicBezTo>
                      <a:pt x="1057310" y="586595"/>
                      <a:pt x="1044229" y="591040"/>
                      <a:pt x="1031148" y="594977"/>
                    </a:cubicBezTo>
                    <a:cubicBezTo>
                      <a:pt x="1024290" y="558528"/>
                      <a:pt x="1016543" y="522333"/>
                      <a:pt x="1009050" y="486011"/>
                    </a:cubicBezTo>
                    <a:lnTo>
                      <a:pt x="1008923" y="485376"/>
                    </a:lnTo>
                    <a:cubicBezTo>
                      <a:pt x="1006637" y="474200"/>
                      <a:pt x="1000160" y="463913"/>
                      <a:pt x="990254" y="456674"/>
                    </a:cubicBezTo>
                    <a:cubicBezTo>
                      <a:pt x="985682" y="453372"/>
                      <a:pt x="984158" y="452610"/>
                      <a:pt x="981491" y="450959"/>
                    </a:cubicBezTo>
                    <a:lnTo>
                      <a:pt x="974633" y="447149"/>
                    </a:lnTo>
                    <a:cubicBezTo>
                      <a:pt x="970188" y="444736"/>
                      <a:pt x="965743" y="442704"/>
                      <a:pt x="961298" y="440799"/>
                    </a:cubicBezTo>
                    <a:cubicBezTo>
                      <a:pt x="952535" y="437116"/>
                      <a:pt x="943645" y="433941"/>
                      <a:pt x="934882" y="431528"/>
                    </a:cubicBezTo>
                    <a:cubicBezTo>
                      <a:pt x="917229" y="426448"/>
                      <a:pt x="899322" y="423654"/>
                      <a:pt x="881669" y="422638"/>
                    </a:cubicBezTo>
                    <a:cubicBezTo>
                      <a:pt x="846236" y="420479"/>
                      <a:pt x="811692" y="425432"/>
                      <a:pt x="779434" y="434195"/>
                    </a:cubicBezTo>
                    <a:cubicBezTo>
                      <a:pt x="714918" y="452483"/>
                      <a:pt x="658911" y="485122"/>
                      <a:pt x="609635" y="522841"/>
                    </a:cubicBezTo>
                    <a:cubicBezTo>
                      <a:pt x="560105" y="560560"/>
                      <a:pt x="516671" y="603613"/>
                      <a:pt x="477174" y="649079"/>
                    </a:cubicBezTo>
                    <a:cubicBezTo>
                      <a:pt x="467395" y="660509"/>
                      <a:pt x="457489" y="671812"/>
                      <a:pt x="448218" y="683623"/>
                    </a:cubicBezTo>
                    <a:lnTo>
                      <a:pt x="421167" y="717659"/>
                    </a:lnTo>
                    <a:cubicBezTo>
                      <a:pt x="404530" y="738741"/>
                      <a:pt x="386750" y="758553"/>
                      <a:pt x="367573" y="776333"/>
                    </a:cubicBezTo>
                    <a:cubicBezTo>
                      <a:pt x="329600" y="811893"/>
                      <a:pt x="285404" y="839452"/>
                      <a:pt x="237906" y="848215"/>
                    </a:cubicBezTo>
                    <a:cubicBezTo>
                      <a:pt x="190789" y="857867"/>
                      <a:pt x="140751" y="845802"/>
                      <a:pt x="101508" y="814306"/>
                    </a:cubicBezTo>
                    <a:cubicBezTo>
                      <a:pt x="62646" y="783064"/>
                      <a:pt x="35468" y="733534"/>
                      <a:pt x="33817" y="680194"/>
                    </a:cubicBezTo>
                    <a:cubicBezTo>
                      <a:pt x="32547" y="653651"/>
                      <a:pt x="38008" y="626346"/>
                      <a:pt x="49311" y="601073"/>
                    </a:cubicBezTo>
                    <a:cubicBezTo>
                      <a:pt x="60614" y="575800"/>
                      <a:pt x="78013" y="552432"/>
                      <a:pt x="98841" y="531985"/>
                    </a:cubicBezTo>
                    <a:cubicBezTo>
                      <a:pt x="74203" y="547352"/>
                      <a:pt x="51343" y="567291"/>
                      <a:pt x="34071" y="592437"/>
                    </a:cubicBezTo>
                    <a:cubicBezTo>
                      <a:pt x="16799" y="617456"/>
                      <a:pt x="5369" y="647301"/>
                      <a:pt x="1432" y="678670"/>
                    </a:cubicBezTo>
                    <a:cubicBezTo>
                      <a:pt x="-6188" y="741662"/>
                      <a:pt x="16926" y="808337"/>
                      <a:pt x="63154" y="855708"/>
                    </a:cubicBezTo>
                    <a:cubicBezTo>
                      <a:pt x="108366" y="904349"/>
                      <a:pt x="179740" y="929622"/>
                      <a:pt x="247558" y="923018"/>
                    </a:cubicBezTo>
                    <a:cubicBezTo>
                      <a:pt x="315884" y="916541"/>
                      <a:pt x="376336" y="883775"/>
                      <a:pt x="425866" y="844278"/>
                    </a:cubicBezTo>
                    <a:cubicBezTo>
                      <a:pt x="450631" y="824085"/>
                      <a:pt x="472983" y="801860"/>
                      <a:pt x="493684" y="778619"/>
                    </a:cubicBezTo>
                    <a:lnTo>
                      <a:pt x="522132" y="745726"/>
                    </a:lnTo>
                    <a:cubicBezTo>
                      <a:pt x="531149" y="734931"/>
                      <a:pt x="540674" y="724898"/>
                      <a:pt x="550072" y="714611"/>
                    </a:cubicBezTo>
                    <a:cubicBezTo>
                      <a:pt x="587791" y="673717"/>
                      <a:pt x="627669" y="635363"/>
                      <a:pt x="670341" y="602724"/>
                    </a:cubicBezTo>
                    <a:cubicBezTo>
                      <a:pt x="712886" y="570085"/>
                      <a:pt x="758733" y="543288"/>
                      <a:pt x="805977" y="529572"/>
                    </a:cubicBezTo>
                    <a:cubicBezTo>
                      <a:pt x="829472" y="522841"/>
                      <a:pt x="853221" y="519666"/>
                      <a:pt x="875700" y="520936"/>
                    </a:cubicBezTo>
                    <a:cubicBezTo>
                      <a:pt x="886876" y="521571"/>
                      <a:pt x="897798" y="523222"/>
                      <a:pt x="908085" y="526143"/>
                    </a:cubicBezTo>
                    <a:cubicBezTo>
                      <a:pt x="911641" y="527032"/>
                      <a:pt x="914816" y="528302"/>
                      <a:pt x="918118" y="529572"/>
                    </a:cubicBezTo>
                    <a:cubicBezTo>
                      <a:pt x="926373" y="568434"/>
                      <a:pt x="934501" y="607296"/>
                      <a:pt x="944534" y="645904"/>
                    </a:cubicBezTo>
                    <a:cubicBezTo>
                      <a:pt x="952535" y="678670"/>
                      <a:pt x="960790" y="711309"/>
                      <a:pt x="969426" y="743948"/>
                    </a:cubicBezTo>
                    <a:cubicBezTo>
                      <a:pt x="969426" y="743948"/>
                      <a:pt x="969299" y="743948"/>
                      <a:pt x="969299" y="743948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13" id="113"/>
              <p:cNvSpPr/>
              <p:nvPr/>
            </p:nvSpPr>
            <p:spPr>
              <a:xfrm flipH="false" flipV="false" rot="0">
                <a:off x="506857" y="799083"/>
                <a:ext cx="569595" cy="460120"/>
              </a:xfrm>
              <a:custGeom>
                <a:avLst/>
                <a:gdLst/>
                <a:ahLst/>
                <a:cxnLst/>
                <a:rect r="r" b="b" t="t" l="l"/>
                <a:pathLst>
                  <a:path h="460120" w="569595">
                    <a:moveTo>
                      <a:pt x="569595" y="81788"/>
                    </a:moveTo>
                    <a:cubicBezTo>
                      <a:pt x="510540" y="93853"/>
                      <a:pt x="454914" y="107061"/>
                      <a:pt x="400177" y="127000"/>
                    </a:cubicBezTo>
                    <a:cubicBezTo>
                      <a:pt x="345694" y="146685"/>
                      <a:pt x="293243" y="172212"/>
                      <a:pt x="244348" y="204216"/>
                    </a:cubicBezTo>
                    <a:cubicBezTo>
                      <a:pt x="195453" y="236220"/>
                      <a:pt x="150368" y="274320"/>
                      <a:pt x="109474" y="317245"/>
                    </a:cubicBezTo>
                    <a:cubicBezTo>
                      <a:pt x="68580" y="360298"/>
                      <a:pt x="34036" y="409320"/>
                      <a:pt x="2032" y="460120"/>
                    </a:cubicBezTo>
                    <a:lnTo>
                      <a:pt x="0" y="459104"/>
                    </a:lnTo>
                    <a:cubicBezTo>
                      <a:pt x="26035" y="404875"/>
                      <a:pt x="55245" y="351409"/>
                      <a:pt x="91948" y="302641"/>
                    </a:cubicBezTo>
                    <a:cubicBezTo>
                      <a:pt x="128651" y="253873"/>
                      <a:pt x="170942" y="208661"/>
                      <a:pt x="218567" y="169164"/>
                    </a:cubicBezTo>
                    <a:cubicBezTo>
                      <a:pt x="266192" y="129667"/>
                      <a:pt x="319024" y="95758"/>
                      <a:pt x="374904" y="68072"/>
                    </a:cubicBezTo>
                    <a:cubicBezTo>
                      <a:pt x="430530" y="40132"/>
                      <a:pt x="490220" y="18669"/>
                      <a:pt x="547243" y="0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14" id="114"/>
              <p:cNvSpPr/>
              <p:nvPr/>
            </p:nvSpPr>
            <p:spPr>
              <a:xfrm flipH="false" flipV="false" rot="0">
                <a:off x="513842" y="797559"/>
                <a:ext cx="130841" cy="382777"/>
              </a:xfrm>
              <a:custGeom>
                <a:avLst/>
                <a:gdLst/>
                <a:ahLst/>
                <a:cxnLst/>
                <a:rect r="r" b="b" t="t" l="l"/>
                <a:pathLst>
                  <a:path h="382777" w="130841">
                    <a:moveTo>
                      <a:pt x="0" y="0"/>
                    </a:moveTo>
                    <a:cubicBezTo>
                      <a:pt x="23368" y="2286"/>
                      <a:pt x="46482" y="8890"/>
                      <a:pt x="66040" y="21717"/>
                    </a:cubicBezTo>
                    <a:cubicBezTo>
                      <a:pt x="84836" y="34925"/>
                      <a:pt x="101346" y="51435"/>
                      <a:pt x="110871" y="70866"/>
                    </a:cubicBezTo>
                    <a:cubicBezTo>
                      <a:pt x="132207" y="108966"/>
                      <a:pt x="133477" y="151003"/>
                      <a:pt x="128270" y="188341"/>
                    </a:cubicBezTo>
                    <a:cubicBezTo>
                      <a:pt x="122936" y="226187"/>
                      <a:pt x="109347" y="260985"/>
                      <a:pt x="92583" y="292989"/>
                    </a:cubicBezTo>
                    <a:cubicBezTo>
                      <a:pt x="76454" y="325500"/>
                      <a:pt x="55118" y="354583"/>
                      <a:pt x="33655" y="382777"/>
                    </a:cubicBezTo>
                    <a:cubicBezTo>
                      <a:pt x="50292" y="351281"/>
                      <a:pt x="66294" y="319658"/>
                      <a:pt x="76454" y="286258"/>
                    </a:cubicBezTo>
                    <a:cubicBezTo>
                      <a:pt x="87376" y="253238"/>
                      <a:pt x="94361" y="219075"/>
                      <a:pt x="93345" y="185928"/>
                    </a:cubicBezTo>
                    <a:cubicBezTo>
                      <a:pt x="92710" y="153162"/>
                      <a:pt x="84836" y="120777"/>
                      <a:pt x="66548" y="99187"/>
                    </a:cubicBezTo>
                    <a:cubicBezTo>
                      <a:pt x="58547" y="87503"/>
                      <a:pt x="46736" y="80645"/>
                      <a:pt x="35814" y="75057"/>
                    </a:cubicBezTo>
                    <a:cubicBezTo>
                      <a:pt x="24257" y="70104"/>
                      <a:pt x="11938" y="69342"/>
                      <a:pt x="0" y="70104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494195" y="944621"/>
              <a:ext cx="160662" cy="87002"/>
              <a:chOff x="0" y="0"/>
              <a:chExt cx="667918" cy="361696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63500" y="63500"/>
                <a:ext cx="220726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20726">
                    <a:moveTo>
                      <a:pt x="176276" y="191262"/>
                    </a:moveTo>
                    <a:cubicBezTo>
                      <a:pt x="171831" y="197104"/>
                      <a:pt x="165100" y="200025"/>
                      <a:pt x="155829" y="200025"/>
                    </a:cubicBezTo>
                    <a:lnTo>
                      <a:pt x="37973" y="200025"/>
                    </a:lnTo>
                    <a:lnTo>
                      <a:pt x="37973" y="134747"/>
                    </a:lnTo>
                    <a:lnTo>
                      <a:pt x="155829" y="134747"/>
                    </a:lnTo>
                    <a:cubicBezTo>
                      <a:pt x="164846" y="134747"/>
                      <a:pt x="171577" y="137922"/>
                      <a:pt x="176149" y="144272"/>
                    </a:cubicBezTo>
                    <a:cubicBezTo>
                      <a:pt x="180721" y="150622"/>
                      <a:pt x="182880" y="158623"/>
                      <a:pt x="182880" y="168402"/>
                    </a:cubicBezTo>
                    <a:cubicBezTo>
                      <a:pt x="182880" y="177927"/>
                      <a:pt x="180721" y="185547"/>
                      <a:pt x="176276" y="191389"/>
                    </a:cubicBezTo>
                    <a:moveTo>
                      <a:pt x="37973" y="34671"/>
                    </a:moveTo>
                    <a:lnTo>
                      <a:pt x="147447" y="34671"/>
                    </a:lnTo>
                    <a:cubicBezTo>
                      <a:pt x="155956" y="34671"/>
                      <a:pt x="162433" y="37846"/>
                      <a:pt x="167005" y="44323"/>
                    </a:cubicBezTo>
                    <a:cubicBezTo>
                      <a:pt x="171577" y="50800"/>
                      <a:pt x="173736" y="58674"/>
                      <a:pt x="173736" y="67818"/>
                    </a:cubicBezTo>
                    <a:cubicBezTo>
                      <a:pt x="173736" y="77343"/>
                      <a:pt x="171577" y="84963"/>
                      <a:pt x="167386" y="90805"/>
                    </a:cubicBezTo>
                    <a:cubicBezTo>
                      <a:pt x="163195" y="96647"/>
                      <a:pt x="156464" y="99568"/>
                      <a:pt x="147447" y="99568"/>
                    </a:cubicBezTo>
                    <a:lnTo>
                      <a:pt x="37973" y="99568"/>
                    </a:lnTo>
                    <a:close/>
                    <a:moveTo>
                      <a:pt x="191262" y="179451"/>
                    </a:moveTo>
                    <a:cubicBezTo>
                      <a:pt x="204850" y="169037"/>
                      <a:pt x="211708" y="152908"/>
                      <a:pt x="211708" y="131191"/>
                    </a:cubicBezTo>
                    <a:cubicBezTo>
                      <a:pt x="211708" y="118999"/>
                      <a:pt x="209168" y="107950"/>
                      <a:pt x="204215" y="97790"/>
                    </a:cubicBezTo>
                    <a:cubicBezTo>
                      <a:pt x="199262" y="87630"/>
                      <a:pt x="191896" y="79629"/>
                      <a:pt x="182118" y="73660"/>
                    </a:cubicBezTo>
                    <a:cubicBezTo>
                      <a:pt x="172339" y="67691"/>
                      <a:pt x="160782" y="0"/>
                      <a:pt x="147447" y="0"/>
                    </a:cubicBezTo>
                    <a:lnTo>
                      <a:pt x="0" y="0"/>
                    </a:lnTo>
                    <a:lnTo>
                      <a:pt x="0" y="234696"/>
                    </a:lnTo>
                    <a:lnTo>
                      <a:pt x="155829" y="234696"/>
                    </a:lnTo>
                    <a:cubicBezTo>
                      <a:pt x="169418" y="234696"/>
                      <a:pt x="181229" y="231775"/>
                      <a:pt x="191008" y="225806"/>
                    </a:cubicBezTo>
                    <a:cubicBezTo>
                      <a:pt x="200787" y="219837"/>
                      <a:pt x="208279" y="211836"/>
                      <a:pt x="213232" y="201676"/>
                    </a:cubicBezTo>
                    <a:cubicBezTo>
                      <a:pt x="218185" y="191516"/>
                      <a:pt x="220725" y="180340"/>
                      <a:pt x="220725" y="167894"/>
                    </a:cubicBezTo>
                    <a:cubicBezTo>
                      <a:pt x="220725" y="157734"/>
                      <a:pt x="218058" y="147574"/>
                      <a:pt x="212851" y="137414"/>
                    </a:cubicBezTo>
                    <a:cubicBezTo>
                      <a:pt x="207644" y="127254"/>
                      <a:pt x="200406" y="119634"/>
                      <a:pt x="191135" y="114554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17" id="117"/>
              <p:cNvSpPr/>
              <p:nvPr/>
            </p:nvSpPr>
            <p:spPr>
              <a:xfrm flipH="false" flipV="false" rot="0">
                <a:off x="381761" y="63500"/>
                <a:ext cx="222631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22631">
                    <a:moveTo>
                      <a:pt x="111760" y="112014"/>
                    </a:moveTo>
                    <a:lnTo>
                      <a:pt x="43053" y="0"/>
                    </a:lnTo>
                    <a:lnTo>
                      <a:pt x="0" y="0"/>
                    </a:lnTo>
                    <a:lnTo>
                      <a:pt x="64262" y="105918"/>
                    </a:lnTo>
                    <a:cubicBezTo>
                      <a:pt x="66675" y="109982"/>
                      <a:pt x="69850" y="114681"/>
                      <a:pt x="73787" y="119761"/>
                    </a:cubicBezTo>
                    <a:lnTo>
                      <a:pt x="80391" y="129540"/>
                    </a:lnTo>
                    <a:cubicBezTo>
                      <a:pt x="87249" y="139319"/>
                      <a:pt x="91186" y="146939"/>
                      <a:pt x="92456" y="152527"/>
                    </a:cubicBezTo>
                    <a:lnTo>
                      <a:pt x="92456" y="154432"/>
                    </a:lnTo>
                    <a:lnTo>
                      <a:pt x="92456" y="159893"/>
                    </a:lnTo>
                    <a:lnTo>
                      <a:pt x="92456" y="169418"/>
                    </a:lnTo>
                    <a:lnTo>
                      <a:pt x="92456" y="234696"/>
                    </a:lnTo>
                    <a:lnTo>
                      <a:pt x="130429" y="234696"/>
                    </a:lnTo>
                    <a:lnTo>
                      <a:pt x="130429" y="153670"/>
                    </a:lnTo>
                    <a:lnTo>
                      <a:pt x="130048" y="152527"/>
                    </a:lnTo>
                    <a:cubicBezTo>
                      <a:pt x="131064" y="148717"/>
                      <a:pt x="135128" y="140970"/>
                      <a:pt x="142494" y="129540"/>
                    </a:cubicBezTo>
                    <a:lnTo>
                      <a:pt x="149352" y="119380"/>
                    </a:lnTo>
                    <a:cubicBezTo>
                      <a:pt x="153797" y="113284"/>
                      <a:pt x="156718" y="108839"/>
                      <a:pt x="158496" y="105918"/>
                    </a:cubicBezTo>
                    <a:lnTo>
                      <a:pt x="222631" y="0"/>
                    </a:lnTo>
                    <a:lnTo>
                      <a:pt x="178816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509376" y="647821"/>
              <a:ext cx="178398" cy="189599"/>
              <a:chOff x="0" y="0"/>
              <a:chExt cx="741655" cy="788226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741680" cy="788289"/>
              </a:xfrm>
              <a:custGeom>
                <a:avLst/>
                <a:gdLst/>
                <a:ahLst/>
                <a:cxnLst/>
                <a:rect r="r" b="b" t="t" l="l"/>
                <a:pathLst>
                  <a:path h="788289" w="741680">
                    <a:moveTo>
                      <a:pt x="0" y="0"/>
                    </a:moveTo>
                    <a:lnTo>
                      <a:pt x="127508" y="0"/>
                    </a:lnTo>
                    <a:lnTo>
                      <a:pt x="127508" y="334645"/>
                    </a:lnTo>
                    <a:lnTo>
                      <a:pt x="614172" y="334645"/>
                    </a:lnTo>
                    <a:lnTo>
                      <a:pt x="614172" y="0"/>
                    </a:lnTo>
                    <a:lnTo>
                      <a:pt x="741680" y="0"/>
                    </a:lnTo>
                    <a:lnTo>
                      <a:pt x="741680" y="788289"/>
                    </a:lnTo>
                    <a:lnTo>
                      <a:pt x="614172" y="788289"/>
                    </a:lnTo>
                    <a:lnTo>
                      <a:pt x="614172" y="452374"/>
                    </a:lnTo>
                    <a:lnTo>
                      <a:pt x="127508" y="452374"/>
                    </a:lnTo>
                    <a:lnTo>
                      <a:pt x="127508" y="788289"/>
                    </a:lnTo>
                    <a:lnTo>
                      <a:pt x="0" y="78828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20" id="120"/>
            <p:cNvGrpSpPr/>
            <p:nvPr/>
          </p:nvGrpSpPr>
          <p:grpSpPr>
            <a:xfrm rot="0">
              <a:off x="510779" y="246562"/>
              <a:ext cx="227178" cy="241448"/>
              <a:chOff x="0" y="0"/>
              <a:chExt cx="944448" cy="1003770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944499" cy="1003808"/>
              </a:xfrm>
              <a:custGeom>
                <a:avLst/>
                <a:gdLst/>
                <a:ahLst/>
                <a:cxnLst/>
                <a:rect r="r" b="b" t="t" l="l"/>
                <a:pathLst>
                  <a:path h="1003808" w="944499">
                    <a:moveTo>
                      <a:pt x="782066" y="1003808"/>
                    </a:moveTo>
                    <a:lnTo>
                      <a:pt x="944499" y="1003808"/>
                    </a:lnTo>
                    <a:lnTo>
                      <a:pt x="944499" y="0"/>
                    </a:lnTo>
                    <a:lnTo>
                      <a:pt x="782066" y="0"/>
                    </a:lnTo>
                    <a:lnTo>
                      <a:pt x="782066" y="426212"/>
                    </a:lnTo>
                    <a:lnTo>
                      <a:pt x="162433" y="426212"/>
                    </a:lnTo>
                    <a:lnTo>
                      <a:pt x="162433" y="0"/>
                    </a:lnTo>
                    <a:lnTo>
                      <a:pt x="0" y="0"/>
                    </a:lnTo>
                    <a:lnTo>
                      <a:pt x="0" y="1003808"/>
                    </a:lnTo>
                    <a:lnTo>
                      <a:pt x="162433" y="1003808"/>
                    </a:lnTo>
                    <a:lnTo>
                      <a:pt x="162433" y="576072"/>
                    </a:lnTo>
                    <a:lnTo>
                      <a:pt x="782193" y="57607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711574" y="958752"/>
              <a:ext cx="54786" cy="58738"/>
              <a:chOff x="0" y="0"/>
              <a:chExt cx="227762" cy="244196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227711" cy="244221"/>
              </a:xfrm>
              <a:custGeom>
                <a:avLst/>
                <a:gdLst/>
                <a:ahLst/>
                <a:cxnLst/>
                <a:rect r="r" b="b" t="t" l="l"/>
                <a:pathLst>
                  <a:path h="244221" w="227711">
                    <a:moveTo>
                      <a:pt x="74803" y="48895"/>
                    </a:moveTo>
                    <a:cubicBezTo>
                      <a:pt x="85979" y="40894"/>
                      <a:pt x="99187" y="36830"/>
                      <a:pt x="114554" y="36830"/>
                    </a:cubicBezTo>
                    <a:cubicBezTo>
                      <a:pt x="131826" y="36830"/>
                      <a:pt x="146812" y="42164"/>
                      <a:pt x="159639" y="52705"/>
                    </a:cubicBezTo>
                    <a:cubicBezTo>
                      <a:pt x="172466" y="63246"/>
                      <a:pt x="181102" y="76708"/>
                      <a:pt x="185674" y="93091"/>
                    </a:cubicBezTo>
                    <a:lnTo>
                      <a:pt x="186436" y="95631"/>
                    </a:lnTo>
                    <a:lnTo>
                      <a:pt x="227711" y="95631"/>
                    </a:lnTo>
                    <a:lnTo>
                      <a:pt x="226949" y="91567"/>
                    </a:lnTo>
                    <a:cubicBezTo>
                      <a:pt x="222758" y="74041"/>
                      <a:pt x="215646" y="58293"/>
                      <a:pt x="205359" y="44450"/>
                    </a:cubicBezTo>
                    <a:cubicBezTo>
                      <a:pt x="195072" y="30607"/>
                      <a:pt x="182372" y="19812"/>
                      <a:pt x="166751" y="11938"/>
                    </a:cubicBezTo>
                    <a:cubicBezTo>
                      <a:pt x="151130" y="4064"/>
                      <a:pt x="133858" y="0"/>
                      <a:pt x="114554" y="0"/>
                    </a:cubicBezTo>
                    <a:cubicBezTo>
                      <a:pt x="91313" y="0"/>
                      <a:pt x="70866" y="5715"/>
                      <a:pt x="53467" y="17018"/>
                    </a:cubicBezTo>
                    <a:cubicBezTo>
                      <a:pt x="36068" y="28321"/>
                      <a:pt x="22860" y="43307"/>
                      <a:pt x="13716" y="62103"/>
                    </a:cubicBezTo>
                    <a:cubicBezTo>
                      <a:pt x="4572" y="80899"/>
                      <a:pt x="0" y="100838"/>
                      <a:pt x="0" y="122301"/>
                    </a:cubicBezTo>
                    <a:cubicBezTo>
                      <a:pt x="0" y="143764"/>
                      <a:pt x="4572" y="163703"/>
                      <a:pt x="13716" y="182372"/>
                    </a:cubicBezTo>
                    <a:cubicBezTo>
                      <a:pt x="22860" y="201041"/>
                      <a:pt x="36068" y="215900"/>
                      <a:pt x="53467" y="227203"/>
                    </a:cubicBezTo>
                    <a:cubicBezTo>
                      <a:pt x="70866" y="238506"/>
                      <a:pt x="91186" y="244221"/>
                      <a:pt x="114554" y="244221"/>
                    </a:cubicBezTo>
                    <a:cubicBezTo>
                      <a:pt x="133985" y="244221"/>
                      <a:pt x="151511" y="240284"/>
                      <a:pt x="166878" y="232410"/>
                    </a:cubicBezTo>
                    <a:cubicBezTo>
                      <a:pt x="182245" y="224536"/>
                      <a:pt x="195199" y="213614"/>
                      <a:pt x="205359" y="199771"/>
                    </a:cubicBezTo>
                    <a:cubicBezTo>
                      <a:pt x="215519" y="185928"/>
                      <a:pt x="222758" y="170053"/>
                      <a:pt x="226949" y="152273"/>
                    </a:cubicBezTo>
                    <a:lnTo>
                      <a:pt x="227711" y="148209"/>
                    </a:lnTo>
                    <a:lnTo>
                      <a:pt x="186563" y="148209"/>
                    </a:lnTo>
                    <a:lnTo>
                      <a:pt x="185801" y="150749"/>
                    </a:lnTo>
                    <a:cubicBezTo>
                      <a:pt x="181483" y="167005"/>
                      <a:pt x="172720" y="180467"/>
                      <a:pt x="159893" y="190881"/>
                    </a:cubicBezTo>
                    <a:cubicBezTo>
                      <a:pt x="147066" y="201295"/>
                      <a:pt x="131953" y="206629"/>
                      <a:pt x="114681" y="206629"/>
                    </a:cubicBezTo>
                    <a:cubicBezTo>
                      <a:pt x="99314" y="206629"/>
                      <a:pt x="86106" y="202565"/>
                      <a:pt x="74930" y="194564"/>
                    </a:cubicBezTo>
                    <a:cubicBezTo>
                      <a:pt x="63754" y="186563"/>
                      <a:pt x="55245" y="176022"/>
                      <a:pt x="49403" y="162941"/>
                    </a:cubicBezTo>
                    <a:cubicBezTo>
                      <a:pt x="43561" y="149860"/>
                      <a:pt x="40640" y="136271"/>
                      <a:pt x="40640" y="121920"/>
                    </a:cubicBezTo>
                    <a:cubicBezTo>
                      <a:pt x="40640" y="107315"/>
                      <a:pt x="43561" y="93599"/>
                      <a:pt x="49403" y="80518"/>
                    </a:cubicBezTo>
                    <a:cubicBezTo>
                      <a:pt x="55245" y="67437"/>
                      <a:pt x="63627" y="57023"/>
                      <a:pt x="74803" y="4889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797524" y="959896"/>
              <a:ext cx="53116" cy="56454"/>
              <a:chOff x="0" y="0"/>
              <a:chExt cx="220815" cy="234696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220853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20853">
                    <a:moveTo>
                      <a:pt x="182880" y="99695"/>
                    </a:moveTo>
                    <a:lnTo>
                      <a:pt x="37973" y="99695"/>
                    </a:lnTo>
                    <a:lnTo>
                      <a:pt x="37973" y="0"/>
                    </a:lnTo>
                    <a:lnTo>
                      <a:pt x="0" y="0"/>
                    </a:lnTo>
                    <a:lnTo>
                      <a:pt x="0" y="234696"/>
                    </a:lnTo>
                    <a:lnTo>
                      <a:pt x="37973" y="234696"/>
                    </a:lnTo>
                    <a:lnTo>
                      <a:pt x="37973" y="134620"/>
                    </a:lnTo>
                    <a:lnTo>
                      <a:pt x="182880" y="134620"/>
                    </a:lnTo>
                    <a:lnTo>
                      <a:pt x="182880" y="234696"/>
                    </a:lnTo>
                    <a:lnTo>
                      <a:pt x="220853" y="234696"/>
                    </a:lnTo>
                    <a:lnTo>
                      <a:pt x="220853" y="0"/>
                    </a:lnTo>
                    <a:lnTo>
                      <a:pt x="18288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884444" y="959898"/>
              <a:ext cx="51972" cy="56452"/>
              <a:chOff x="0" y="0"/>
              <a:chExt cx="216065" cy="234683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16027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16027">
                    <a:moveTo>
                      <a:pt x="0" y="234696"/>
                    </a:moveTo>
                    <a:lnTo>
                      <a:pt x="216027" y="234696"/>
                    </a:lnTo>
                    <a:lnTo>
                      <a:pt x="216027" y="200025"/>
                    </a:lnTo>
                    <a:lnTo>
                      <a:pt x="37973" y="200025"/>
                    </a:lnTo>
                    <a:lnTo>
                      <a:pt x="37973" y="134620"/>
                    </a:lnTo>
                    <a:lnTo>
                      <a:pt x="170434" y="134620"/>
                    </a:lnTo>
                    <a:lnTo>
                      <a:pt x="170434" y="99695"/>
                    </a:lnTo>
                    <a:lnTo>
                      <a:pt x="37973" y="99695"/>
                    </a:lnTo>
                    <a:lnTo>
                      <a:pt x="37973" y="34671"/>
                    </a:lnTo>
                    <a:lnTo>
                      <a:pt x="216027" y="34671"/>
                    </a:lnTo>
                    <a:lnTo>
                      <a:pt x="2160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792154" y="643986"/>
              <a:ext cx="185773" cy="197268"/>
              <a:chOff x="0" y="0"/>
              <a:chExt cx="772312" cy="820102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772287" cy="820166"/>
              </a:xfrm>
              <a:custGeom>
                <a:avLst/>
                <a:gdLst/>
                <a:ahLst/>
                <a:cxnLst/>
                <a:rect r="r" b="b" t="t" l="l"/>
                <a:pathLst>
                  <a:path h="820166" w="772287">
                    <a:moveTo>
                      <a:pt x="384937" y="123825"/>
                    </a:moveTo>
                    <a:cubicBezTo>
                      <a:pt x="333502" y="123825"/>
                      <a:pt x="288925" y="137287"/>
                      <a:pt x="251333" y="164338"/>
                    </a:cubicBezTo>
                    <a:cubicBezTo>
                      <a:pt x="213741" y="191389"/>
                      <a:pt x="185166" y="226695"/>
                      <a:pt x="165481" y="270383"/>
                    </a:cubicBezTo>
                    <a:cubicBezTo>
                      <a:pt x="145796" y="314071"/>
                      <a:pt x="136017" y="360426"/>
                      <a:pt x="136017" y="409448"/>
                    </a:cubicBezTo>
                    <a:cubicBezTo>
                      <a:pt x="136017" y="458470"/>
                      <a:pt x="145796" y="504698"/>
                      <a:pt x="165481" y="548005"/>
                    </a:cubicBezTo>
                    <a:cubicBezTo>
                      <a:pt x="185166" y="591312"/>
                      <a:pt x="213741" y="626491"/>
                      <a:pt x="251333" y="653415"/>
                    </a:cubicBezTo>
                    <a:cubicBezTo>
                      <a:pt x="288925" y="680339"/>
                      <a:pt x="333502" y="693928"/>
                      <a:pt x="384937" y="693928"/>
                    </a:cubicBezTo>
                    <a:cubicBezTo>
                      <a:pt x="436372" y="693928"/>
                      <a:pt x="481330" y="680593"/>
                      <a:pt x="519811" y="654050"/>
                    </a:cubicBezTo>
                    <a:cubicBezTo>
                      <a:pt x="558292" y="627507"/>
                      <a:pt x="587375" y="592582"/>
                      <a:pt x="607441" y="549275"/>
                    </a:cubicBezTo>
                    <a:cubicBezTo>
                      <a:pt x="627507" y="505968"/>
                      <a:pt x="637413" y="459740"/>
                      <a:pt x="637413" y="410718"/>
                    </a:cubicBezTo>
                    <a:cubicBezTo>
                      <a:pt x="637413" y="360934"/>
                      <a:pt x="627380" y="314071"/>
                      <a:pt x="607441" y="270383"/>
                    </a:cubicBezTo>
                    <a:cubicBezTo>
                      <a:pt x="587502" y="226695"/>
                      <a:pt x="558419" y="191262"/>
                      <a:pt x="520446" y="164338"/>
                    </a:cubicBezTo>
                    <a:cubicBezTo>
                      <a:pt x="482473" y="137414"/>
                      <a:pt x="437261" y="123825"/>
                      <a:pt x="384937" y="123825"/>
                    </a:cubicBezTo>
                    <a:moveTo>
                      <a:pt x="384937" y="0"/>
                    </a:moveTo>
                    <a:cubicBezTo>
                      <a:pt x="464185" y="0"/>
                      <a:pt x="533019" y="19050"/>
                      <a:pt x="591439" y="57023"/>
                    </a:cubicBezTo>
                    <a:cubicBezTo>
                      <a:pt x="649859" y="94996"/>
                      <a:pt x="694563" y="145288"/>
                      <a:pt x="725678" y="207772"/>
                    </a:cubicBezTo>
                    <a:cubicBezTo>
                      <a:pt x="756793" y="270256"/>
                      <a:pt x="772287" y="337947"/>
                      <a:pt x="772287" y="410718"/>
                    </a:cubicBezTo>
                    <a:cubicBezTo>
                      <a:pt x="772287" y="482600"/>
                      <a:pt x="756793" y="549910"/>
                      <a:pt x="725678" y="612394"/>
                    </a:cubicBezTo>
                    <a:cubicBezTo>
                      <a:pt x="694563" y="674878"/>
                      <a:pt x="649859" y="725170"/>
                      <a:pt x="591439" y="763143"/>
                    </a:cubicBezTo>
                    <a:cubicBezTo>
                      <a:pt x="533019" y="801116"/>
                      <a:pt x="464185" y="820166"/>
                      <a:pt x="384937" y="820166"/>
                    </a:cubicBezTo>
                    <a:cubicBezTo>
                      <a:pt x="306451" y="820166"/>
                      <a:pt x="237998" y="801116"/>
                      <a:pt x="179578" y="763143"/>
                    </a:cubicBezTo>
                    <a:cubicBezTo>
                      <a:pt x="121158" y="725170"/>
                      <a:pt x="76581" y="674878"/>
                      <a:pt x="45974" y="612267"/>
                    </a:cubicBezTo>
                    <a:cubicBezTo>
                      <a:pt x="15367" y="549656"/>
                      <a:pt x="0" y="482600"/>
                      <a:pt x="0" y="410591"/>
                    </a:cubicBezTo>
                    <a:cubicBezTo>
                      <a:pt x="0" y="338582"/>
                      <a:pt x="15367" y="271272"/>
                      <a:pt x="45974" y="208407"/>
                    </a:cubicBezTo>
                    <a:cubicBezTo>
                      <a:pt x="76581" y="145542"/>
                      <a:pt x="121158" y="94996"/>
                      <a:pt x="179578" y="57023"/>
                    </a:cubicBezTo>
                    <a:cubicBezTo>
                      <a:pt x="237998" y="19050"/>
                      <a:pt x="306451" y="0"/>
                      <a:pt x="384937" y="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968639" y="959898"/>
              <a:ext cx="50921" cy="56452"/>
              <a:chOff x="0" y="0"/>
              <a:chExt cx="211696" cy="234683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211710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11710">
                    <a:moveTo>
                      <a:pt x="0" y="234696"/>
                    </a:moveTo>
                    <a:lnTo>
                      <a:pt x="37973" y="234696"/>
                    </a:lnTo>
                    <a:lnTo>
                      <a:pt x="37973" y="134620"/>
                    </a:lnTo>
                    <a:lnTo>
                      <a:pt x="166117" y="134620"/>
                    </a:lnTo>
                    <a:lnTo>
                      <a:pt x="166117" y="99695"/>
                    </a:lnTo>
                    <a:lnTo>
                      <a:pt x="37973" y="99695"/>
                    </a:lnTo>
                    <a:lnTo>
                      <a:pt x="37973" y="34671"/>
                    </a:lnTo>
                    <a:lnTo>
                      <a:pt x="211710" y="34671"/>
                    </a:lnTo>
                    <a:lnTo>
                      <a:pt x="2117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882517" y="246564"/>
              <a:ext cx="222296" cy="35671"/>
              <a:chOff x="0" y="0"/>
              <a:chExt cx="924154" cy="148298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924179" cy="148336"/>
              </a:xfrm>
              <a:custGeom>
                <a:avLst/>
                <a:gdLst/>
                <a:ahLst/>
                <a:cxnLst/>
                <a:rect r="r" b="b" t="t" l="l"/>
                <a:pathLst>
                  <a:path h="148336" w="924179">
                    <a:moveTo>
                      <a:pt x="0" y="148336"/>
                    </a:moveTo>
                    <a:lnTo>
                      <a:pt x="924179" y="148336"/>
                    </a:lnTo>
                    <a:lnTo>
                      <a:pt x="92417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882517" y="349450"/>
              <a:ext cx="222296" cy="35671"/>
              <a:chOff x="0" y="0"/>
              <a:chExt cx="924154" cy="148298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924179" cy="148336"/>
              </a:xfrm>
              <a:custGeom>
                <a:avLst/>
                <a:gdLst/>
                <a:ahLst/>
                <a:cxnLst/>
                <a:rect r="r" b="b" t="t" l="l"/>
                <a:pathLst>
                  <a:path h="148336" w="924179">
                    <a:moveTo>
                      <a:pt x="0" y="148336"/>
                    </a:moveTo>
                    <a:lnTo>
                      <a:pt x="924179" y="148336"/>
                    </a:lnTo>
                    <a:lnTo>
                      <a:pt x="92417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882517" y="452336"/>
              <a:ext cx="222296" cy="35671"/>
              <a:chOff x="0" y="0"/>
              <a:chExt cx="924154" cy="148298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924179" cy="148336"/>
              </a:xfrm>
              <a:custGeom>
                <a:avLst/>
                <a:gdLst/>
                <a:ahLst/>
                <a:cxnLst/>
                <a:rect r="r" b="b" t="t" l="l"/>
                <a:pathLst>
                  <a:path h="148336" w="924179">
                    <a:moveTo>
                      <a:pt x="0" y="148336"/>
                    </a:moveTo>
                    <a:lnTo>
                      <a:pt x="924179" y="148336"/>
                    </a:lnTo>
                    <a:lnTo>
                      <a:pt x="92417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1095417" y="959898"/>
              <a:ext cx="54165" cy="56452"/>
              <a:chOff x="0" y="0"/>
              <a:chExt cx="225184" cy="234683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225298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25298">
                    <a:moveTo>
                      <a:pt x="176149" y="157988"/>
                    </a:moveTo>
                    <a:cubicBezTo>
                      <a:pt x="170180" y="170688"/>
                      <a:pt x="161544" y="180848"/>
                      <a:pt x="150368" y="188468"/>
                    </a:cubicBezTo>
                    <a:cubicBezTo>
                      <a:pt x="139192" y="196088"/>
                      <a:pt x="125857" y="200025"/>
                      <a:pt x="110617" y="200025"/>
                    </a:cubicBezTo>
                    <a:lnTo>
                      <a:pt x="37973" y="200025"/>
                    </a:lnTo>
                    <a:lnTo>
                      <a:pt x="37973" y="34671"/>
                    </a:lnTo>
                    <a:lnTo>
                      <a:pt x="110617" y="34671"/>
                    </a:lnTo>
                    <a:cubicBezTo>
                      <a:pt x="125984" y="34671"/>
                      <a:pt x="139192" y="38481"/>
                      <a:pt x="150368" y="46101"/>
                    </a:cubicBezTo>
                    <a:cubicBezTo>
                      <a:pt x="161544" y="53721"/>
                      <a:pt x="170180" y="63881"/>
                      <a:pt x="176149" y="76581"/>
                    </a:cubicBezTo>
                    <a:cubicBezTo>
                      <a:pt x="182118" y="89281"/>
                      <a:pt x="185039" y="102870"/>
                      <a:pt x="185039" y="117475"/>
                    </a:cubicBezTo>
                    <a:cubicBezTo>
                      <a:pt x="185039" y="131826"/>
                      <a:pt x="182118" y="145288"/>
                      <a:pt x="176149" y="157988"/>
                    </a:cubicBezTo>
                    <a:moveTo>
                      <a:pt x="171069" y="15875"/>
                    </a:moveTo>
                    <a:cubicBezTo>
                      <a:pt x="153543" y="5334"/>
                      <a:pt x="133477" y="0"/>
                      <a:pt x="110617" y="0"/>
                    </a:cubicBezTo>
                    <a:lnTo>
                      <a:pt x="0" y="0"/>
                    </a:lnTo>
                    <a:lnTo>
                      <a:pt x="0" y="234696"/>
                    </a:lnTo>
                    <a:lnTo>
                      <a:pt x="110617" y="234696"/>
                    </a:lnTo>
                    <a:cubicBezTo>
                      <a:pt x="133477" y="234696"/>
                      <a:pt x="153670" y="229362"/>
                      <a:pt x="171069" y="218694"/>
                    </a:cubicBezTo>
                    <a:cubicBezTo>
                      <a:pt x="188468" y="208026"/>
                      <a:pt x="201803" y="193675"/>
                      <a:pt x="211201" y="175641"/>
                    </a:cubicBezTo>
                    <a:cubicBezTo>
                      <a:pt x="220599" y="157607"/>
                      <a:pt x="225298" y="138176"/>
                      <a:pt x="225298" y="117221"/>
                    </a:cubicBezTo>
                    <a:cubicBezTo>
                      <a:pt x="225298" y="96012"/>
                      <a:pt x="220599" y="76581"/>
                      <a:pt x="211201" y="58674"/>
                    </a:cubicBezTo>
                    <a:cubicBezTo>
                      <a:pt x="201803" y="40767"/>
                      <a:pt x="188468" y="26543"/>
                      <a:pt x="171069" y="16002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1180748" y="959896"/>
              <a:ext cx="50921" cy="57597"/>
              <a:chOff x="0" y="0"/>
              <a:chExt cx="211696" cy="239446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211582" cy="239395"/>
              </a:xfrm>
              <a:custGeom>
                <a:avLst/>
                <a:gdLst/>
                <a:ahLst/>
                <a:cxnLst/>
                <a:rect r="r" b="b" t="t" l="l"/>
                <a:pathLst>
                  <a:path h="239395" w="211582">
                    <a:moveTo>
                      <a:pt x="173736" y="122301"/>
                    </a:moveTo>
                    <a:cubicBezTo>
                      <a:pt x="173736" y="135636"/>
                      <a:pt x="171069" y="148463"/>
                      <a:pt x="165862" y="160782"/>
                    </a:cubicBezTo>
                    <a:cubicBezTo>
                      <a:pt x="160655" y="173101"/>
                      <a:pt x="152908" y="183007"/>
                      <a:pt x="142494" y="190500"/>
                    </a:cubicBezTo>
                    <a:cubicBezTo>
                      <a:pt x="132080" y="197993"/>
                      <a:pt x="119888" y="201803"/>
                      <a:pt x="105791" y="201803"/>
                    </a:cubicBezTo>
                    <a:cubicBezTo>
                      <a:pt x="91694" y="201803"/>
                      <a:pt x="79375" y="197993"/>
                      <a:pt x="69088" y="190500"/>
                    </a:cubicBezTo>
                    <a:cubicBezTo>
                      <a:pt x="58801" y="183007"/>
                      <a:pt x="50927" y="173101"/>
                      <a:pt x="45720" y="160909"/>
                    </a:cubicBezTo>
                    <a:cubicBezTo>
                      <a:pt x="40513" y="148717"/>
                      <a:pt x="37846" y="135890"/>
                      <a:pt x="37846" y="122174"/>
                    </a:cubicBezTo>
                    <a:lnTo>
                      <a:pt x="37846" y="0"/>
                    </a:lnTo>
                    <a:lnTo>
                      <a:pt x="0" y="0"/>
                    </a:lnTo>
                    <a:lnTo>
                      <a:pt x="0" y="122301"/>
                    </a:lnTo>
                    <a:cubicBezTo>
                      <a:pt x="0" y="142240"/>
                      <a:pt x="4191" y="161163"/>
                      <a:pt x="12446" y="179070"/>
                    </a:cubicBezTo>
                    <a:cubicBezTo>
                      <a:pt x="20701" y="196977"/>
                      <a:pt x="32893" y="211455"/>
                      <a:pt x="48895" y="222631"/>
                    </a:cubicBezTo>
                    <a:cubicBezTo>
                      <a:pt x="64897" y="233807"/>
                      <a:pt x="83947" y="239395"/>
                      <a:pt x="105791" y="239395"/>
                    </a:cubicBezTo>
                    <a:cubicBezTo>
                      <a:pt x="127635" y="239395"/>
                      <a:pt x="146685" y="233807"/>
                      <a:pt x="162687" y="222631"/>
                    </a:cubicBezTo>
                    <a:cubicBezTo>
                      <a:pt x="178689" y="211455"/>
                      <a:pt x="190881" y="196850"/>
                      <a:pt x="199136" y="179070"/>
                    </a:cubicBezTo>
                    <a:cubicBezTo>
                      <a:pt x="207391" y="161290"/>
                      <a:pt x="211582" y="142240"/>
                      <a:pt x="211582" y="122301"/>
                    </a:cubicBezTo>
                    <a:lnTo>
                      <a:pt x="211582" y="0"/>
                    </a:lnTo>
                    <a:lnTo>
                      <a:pt x="173736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1082607" y="647821"/>
              <a:ext cx="171022" cy="193434"/>
              <a:chOff x="0" y="0"/>
              <a:chExt cx="710997" cy="804164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710946" cy="804164"/>
              </a:xfrm>
              <a:custGeom>
                <a:avLst/>
                <a:gdLst/>
                <a:ahLst/>
                <a:cxnLst/>
                <a:rect r="r" b="b" t="t" l="l"/>
                <a:pathLst>
                  <a:path h="804164" w="710946">
                    <a:moveTo>
                      <a:pt x="0" y="0"/>
                    </a:moveTo>
                    <a:lnTo>
                      <a:pt x="127508" y="0"/>
                    </a:lnTo>
                    <a:lnTo>
                      <a:pt x="127508" y="410718"/>
                    </a:lnTo>
                    <a:cubicBezTo>
                      <a:pt x="127508" y="456438"/>
                      <a:pt x="136271" y="499872"/>
                      <a:pt x="153924" y="540639"/>
                    </a:cubicBezTo>
                    <a:cubicBezTo>
                      <a:pt x="171577" y="581406"/>
                      <a:pt x="197612" y="614553"/>
                      <a:pt x="232410" y="639953"/>
                    </a:cubicBezTo>
                    <a:cubicBezTo>
                      <a:pt x="267208" y="665353"/>
                      <a:pt x="308229" y="677926"/>
                      <a:pt x="355600" y="677926"/>
                    </a:cubicBezTo>
                    <a:cubicBezTo>
                      <a:pt x="402971" y="677926"/>
                      <a:pt x="443992" y="665226"/>
                      <a:pt x="478790" y="639953"/>
                    </a:cubicBezTo>
                    <a:cubicBezTo>
                      <a:pt x="513588" y="614680"/>
                      <a:pt x="539623" y="581279"/>
                      <a:pt x="557276" y="540004"/>
                    </a:cubicBezTo>
                    <a:cubicBezTo>
                      <a:pt x="574929" y="498729"/>
                      <a:pt x="583692" y="455676"/>
                      <a:pt x="583692" y="410718"/>
                    </a:cubicBezTo>
                    <a:lnTo>
                      <a:pt x="583692" y="0"/>
                    </a:lnTo>
                    <a:lnTo>
                      <a:pt x="710946" y="0"/>
                    </a:lnTo>
                    <a:lnTo>
                      <a:pt x="710946" y="410718"/>
                    </a:lnTo>
                    <a:cubicBezTo>
                      <a:pt x="710946" y="477774"/>
                      <a:pt x="696976" y="541274"/>
                      <a:pt x="669290" y="601345"/>
                    </a:cubicBezTo>
                    <a:cubicBezTo>
                      <a:pt x="641604" y="661416"/>
                      <a:pt x="600710" y="710311"/>
                      <a:pt x="546735" y="747776"/>
                    </a:cubicBezTo>
                    <a:cubicBezTo>
                      <a:pt x="492760" y="785241"/>
                      <a:pt x="429006" y="804164"/>
                      <a:pt x="355473" y="804164"/>
                    </a:cubicBezTo>
                    <a:cubicBezTo>
                      <a:pt x="281940" y="804164"/>
                      <a:pt x="218186" y="785368"/>
                      <a:pt x="164211" y="747776"/>
                    </a:cubicBezTo>
                    <a:cubicBezTo>
                      <a:pt x="110236" y="710184"/>
                      <a:pt x="69342" y="661416"/>
                      <a:pt x="41656" y="601345"/>
                    </a:cubicBezTo>
                    <a:cubicBezTo>
                      <a:pt x="13970" y="541274"/>
                      <a:pt x="0" y="477647"/>
                      <a:pt x="0" y="410718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44" id="144"/>
            <p:cNvGrpSpPr/>
            <p:nvPr/>
          </p:nvGrpSpPr>
          <p:grpSpPr>
            <a:xfrm rot="0">
              <a:off x="1264416" y="959898"/>
              <a:ext cx="42141" cy="57592"/>
              <a:chOff x="0" y="0"/>
              <a:chExt cx="175197" cy="239433"/>
            </a:xfrm>
          </p:grpSpPr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175133" cy="239268"/>
              </a:xfrm>
              <a:custGeom>
                <a:avLst/>
                <a:gdLst/>
                <a:ahLst/>
                <a:cxnLst/>
                <a:rect r="r" b="b" t="t" l="l"/>
                <a:pathLst>
                  <a:path h="239268" w="175133">
                    <a:moveTo>
                      <a:pt x="137287" y="146304"/>
                    </a:moveTo>
                    <a:cubicBezTo>
                      <a:pt x="137287" y="155829"/>
                      <a:pt x="135255" y="164846"/>
                      <a:pt x="131191" y="173355"/>
                    </a:cubicBezTo>
                    <a:cubicBezTo>
                      <a:pt x="127127" y="181864"/>
                      <a:pt x="121412" y="188722"/>
                      <a:pt x="113919" y="193929"/>
                    </a:cubicBezTo>
                    <a:cubicBezTo>
                      <a:pt x="106426" y="199136"/>
                      <a:pt x="97663" y="201803"/>
                      <a:pt x="87630" y="201803"/>
                    </a:cubicBezTo>
                    <a:cubicBezTo>
                      <a:pt x="74041" y="201803"/>
                      <a:pt x="62738" y="197231"/>
                      <a:pt x="53848" y="188087"/>
                    </a:cubicBezTo>
                    <a:cubicBezTo>
                      <a:pt x="44958" y="178943"/>
                      <a:pt x="39624" y="167767"/>
                      <a:pt x="37973" y="154305"/>
                    </a:cubicBezTo>
                    <a:lnTo>
                      <a:pt x="37592" y="151003"/>
                    </a:lnTo>
                    <a:lnTo>
                      <a:pt x="0" y="151003"/>
                    </a:lnTo>
                    <a:lnTo>
                      <a:pt x="381" y="154686"/>
                    </a:lnTo>
                    <a:cubicBezTo>
                      <a:pt x="1651" y="170053"/>
                      <a:pt x="5842" y="184150"/>
                      <a:pt x="13208" y="196977"/>
                    </a:cubicBezTo>
                    <a:cubicBezTo>
                      <a:pt x="20574" y="209804"/>
                      <a:pt x="30480" y="220218"/>
                      <a:pt x="43307" y="227838"/>
                    </a:cubicBezTo>
                    <a:cubicBezTo>
                      <a:pt x="56134" y="235458"/>
                      <a:pt x="70866" y="239268"/>
                      <a:pt x="87630" y="239268"/>
                    </a:cubicBezTo>
                    <a:cubicBezTo>
                      <a:pt x="105410" y="239268"/>
                      <a:pt x="120904" y="234950"/>
                      <a:pt x="134112" y="226060"/>
                    </a:cubicBezTo>
                    <a:cubicBezTo>
                      <a:pt x="147320" y="217170"/>
                      <a:pt x="157480" y="205740"/>
                      <a:pt x="164592" y="191516"/>
                    </a:cubicBezTo>
                    <a:cubicBezTo>
                      <a:pt x="171704" y="177292"/>
                      <a:pt x="175133" y="162179"/>
                      <a:pt x="175133" y="146050"/>
                    </a:cubicBezTo>
                    <a:lnTo>
                      <a:pt x="175133" y="0"/>
                    </a:lnTo>
                    <a:lnTo>
                      <a:pt x="137287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1340365" y="959898"/>
              <a:ext cx="51975" cy="56452"/>
              <a:chOff x="0" y="0"/>
              <a:chExt cx="216078" cy="234683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216027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16027">
                    <a:moveTo>
                      <a:pt x="0" y="234696"/>
                    </a:moveTo>
                    <a:lnTo>
                      <a:pt x="216027" y="234696"/>
                    </a:lnTo>
                    <a:lnTo>
                      <a:pt x="216027" y="200025"/>
                    </a:lnTo>
                    <a:lnTo>
                      <a:pt x="37973" y="200025"/>
                    </a:lnTo>
                    <a:lnTo>
                      <a:pt x="37973" y="134620"/>
                    </a:lnTo>
                    <a:lnTo>
                      <a:pt x="170434" y="134620"/>
                    </a:lnTo>
                    <a:lnTo>
                      <a:pt x="170434" y="99695"/>
                    </a:lnTo>
                    <a:lnTo>
                      <a:pt x="37973" y="99695"/>
                    </a:lnTo>
                    <a:lnTo>
                      <a:pt x="37973" y="34671"/>
                    </a:lnTo>
                    <a:lnTo>
                      <a:pt x="216027" y="34671"/>
                    </a:lnTo>
                    <a:lnTo>
                      <a:pt x="2160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1221583" y="244690"/>
              <a:ext cx="252331" cy="243317"/>
              <a:chOff x="0" y="0"/>
              <a:chExt cx="1049020" cy="1011542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1049020" cy="1011555"/>
              </a:xfrm>
              <a:custGeom>
                <a:avLst/>
                <a:gdLst/>
                <a:ahLst/>
                <a:cxnLst/>
                <a:rect r="r" b="b" t="t" l="l"/>
                <a:pathLst>
                  <a:path h="1011555" w="1049020">
                    <a:moveTo>
                      <a:pt x="1049020" y="0"/>
                    </a:moveTo>
                    <a:lnTo>
                      <a:pt x="874141" y="0"/>
                    </a:lnTo>
                    <a:lnTo>
                      <a:pt x="518287" y="797687"/>
                    </a:lnTo>
                    <a:lnTo>
                      <a:pt x="171704" y="0"/>
                    </a:lnTo>
                    <a:lnTo>
                      <a:pt x="0" y="0"/>
                    </a:lnTo>
                    <a:lnTo>
                      <a:pt x="437134" y="1011555"/>
                    </a:lnTo>
                    <a:lnTo>
                      <a:pt x="596265" y="1011555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50" id="150"/>
            <p:cNvGrpSpPr/>
            <p:nvPr/>
          </p:nvGrpSpPr>
          <p:grpSpPr>
            <a:xfrm rot="0">
              <a:off x="1469249" y="959898"/>
              <a:ext cx="54165" cy="56452"/>
              <a:chOff x="0" y="0"/>
              <a:chExt cx="225184" cy="234683"/>
            </a:xfrm>
          </p:grpSpPr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225171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225171">
                    <a:moveTo>
                      <a:pt x="180848" y="90805"/>
                    </a:moveTo>
                    <a:cubicBezTo>
                      <a:pt x="176530" y="96647"/>
                      <a:pt x="169926" y="99568"/>
                      <a:pt x="160909" y="99568"/>
                    </a:cubicBezTo>
                    <a:lnTo>
                      <a:pt x="37973" y="99568"/>
                    </a:lnTo>
                    <a:lnTo>
                      <a:pt x="37973" y="34671"/>
                    </a:lnTo>
                    <a:lnTo>
                      <a:pt x="161036" y="34671"/>
                    </a:lnTo>
                    <a:cubicBezTo>
                      <a:pt x="169545" y="34671"/>
                      <a:pt x="176022" y="37846"/>
                      <a:pt x="180594" y="44323"/>
                    </a:cubicBezTo>
                    <a:cubicBezTo>
                      <a:pt x="185166" y="50800"/>
                      <a:pt x="187325" y="58674"/>
                      <a:pt x="187325" y="67818"/>
                    </a:cubicBezTo>
                    <a:cubicBezTo>
                      <a:pt x="187325" y="77343"/>
                      <a:pt x="185166" y="84963"/>
                      <a:pt x="180975" y="90805"/>
                    </a:cubicBezTo>
                    <a:moveTo>
                      <a:pt x="195834" y="9144"/>
                    </a:moveTo>
                    <a:cubicBezTo>
                      <a:pt x="186182" y="3048"/>
                      <a:pt x="174625" y="0"/>
                      <a:pt x="160909" y="0"/>
                    </a:cubicBezTo>
                    <a:lnTo>
                      <a:pt x="0" y="0"/>
                    </a:lnTo>
                    <a:lnTo>
                      <a:pt x="0" y="234696"/>
                    </a:lnTo>
                    <a:lnTo>
                      <a:pt x="37973" y="234696"/>
                    </a:lnTo>
                    <a:lnTo>
                      <a:pt x="37973" y="134620"/>
                    </a:lnTo>
                    <a:lnTo>
                      <a:pt x="161036" y="134620"/>
                    </a:lnTo>
                    <a:cubicBezTo>
                      <a:pt x="181483" y="134620"/>
                      <a:pt x="197231" y="128270"/>
                      <a:pt x="208407" y="115443"/>
                    </a:cubicBezTo>
                    <a:cubicBezTo>
                      <a:pt x="219583" y="102616"/>
                      <a:pt x="225171" y="86741"/>
                      <a:pt x="225171" y="67437"/>
                    </a:cubicBezTo>
                    <a:cubicBezTo>
                      <a:pt x="225171" y="54991"/>
                      <a:pt x="222631" y="43688"/>
                      <a:pt x="217678" y="33528"/>
                    </a:cubicBezTo>
                    <a:cubicBezTo>
                      <a:pt x="212725" y="23368"/>
                      <a:pt x="205359" y="15240"/>
                      <a:pt x="195834" y="9144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1358014" y="643986"/>
              <a:ext cx="171027" cy="197268"/>
              <a:chOff x="0" y="0"/>
              <a:chExt cx="711009" cy="820102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710946" cy="819912"/>
              </a:xfrm>
              <a:custGeom>
                <a:avLst/>
                <a:gdLst/>
                <a:ahLst/>
                <a:cxnLst/>
                <a:rect r="r" b="b" t="t" l="l"/>
                <a:pathLst>
                  <a:path h="819912" w="710946">
                    <a:moveTo>
                      <a:pt x="127508" y="588391"/>
                    </a:moveTo>
                    <a:lnTo>
                      <a:pt x="129921" y="597027"/>
                    </a:lnTo>
                    <a:cubicBezTo>
                      <a:pt x="138938" y="633730"/>
                      <a:pt x="166751" y="660781"/>
                      <a:pt x="213233" y="677926"/>
                    </a:cubicBezTo>
                    <a:cubicBezTo>
                      <a:pt x="259715" y="695071"/>
                      <a:pt x="309245" y="703707"/>
                      <a:pt x="361569" y="703707"/>
                    </a:cubicBezTo>
                    <a:cubicBezTo>
                      <a:pt x="419608" y="703707"/>
                      <a:pt x="471043" y="693547"/>
                      <a:pt x="516001" y="673100"/>
                    </a:cubicBezTo>
                    <a:cubicBezTo>
                      <a:pt x="560959" y="652653"/>
                      <a:pt x="583438" y="620014"/>
                      <a:pt x="583438" y="575056"/>
                    </a:cubicBezTo>
                    <a:cubicBezTo>
                      <a:pt x="583438" y="531749"/>
                      <a:pt x="557276" y="500253"/>
                      <a:pt x="504952" y="480695"/>
                    </a:cubicBezTo>
                    <a:cubicBezTo>
                      <a:pt x="467360" y="466852"/>
                      <a:pt x="417957" y="459867"/>
                      <a:pt x="356616" y="459867"/>
                    </a:cubicBezTo>
                    <a:cubicBezTo>
                      <a:pt x="256159" y="459867"/>
                      <a:pt x="174117" y="445643"/>
                      <a:pt x="110871" y="416941"/>
                    </a:cubicBezTo>
                    <a:cubicBezTo>
                      <a:pt x="47625" y="388239"/>
                      <a:pt x="15875" y="329946"/>
                      <a:pt x="15875" y="241681"/>
                    </a:cubicBezTo>
                    <a:cubicBezTo>
                      <a:pt x="15875" y="158242"/>
                      <a:pt x="46736" y="97282"/>
                      <a:pt x="108458" y="58420"/>
                    </a:cubicBezTo>
                    <a:cubicBezTo>
                      <a:pt x="170180" y="19558"/>
                      <a:pt x="246380" y="0"/>
                      <a:pt x="337058" y="0"/>
                    </a:cubicBezTo>
                    <a:cubicBezTo>
                      <a:pt x="424561" y="0"/>
                      <a:pt x="503301" y="17145"/>
                      <a:pt x="573659" y="51435"/>
                    </a:cubicBezTo>
                    <a:cubicBezTo>
                      <a:pt x="644017" y="85725"/>
                      <a:pt x="684022" y="140970"/>
                      <a:pt x="693801" y="216916"/>
                    </a:cubicBezTo>
                    <a:lnTo>
                      <a:pt x="696214" y="230378"/>
                    </a:lnTo>
                    <a:lnTo>
                      <a:pt x="568833" y="230378"/>
                    </a:lnTo>
                    <a:lnTo>
                      <a:pt x="566420" y="221742"/>
                    </a:lnTo>
                    <a:cubicBezTo>
                      <a:pt x="559054" y="184912"/>
                      <a:pt x="533273" y="158242"/>
                      <a:pt x="489204" y="141478"/>
                    </a:cubicBezTo>
                    <a:cubicBezTo>
                      <a:pt x="445135" y="124714"/>
                      <a:pt x="397637" y="116332"/>
                      <a:pt x="346964" y="116332"/>
                    </a:cubicBezTo>
                    <a:cubicBezTo>
                      <a:pt x="292989" y="116332"/>
                      <a:pt x="245618" y="125984"/>
                      <a:pt x="204724" y="145161"/>
                    </a:cubicBezTo>
                    <a:cubicBezTo>
                      <a:pt x="163830" y="164338"/>
                      <a:pt x="143383" y="194818"/>
                      <a:pt x="143383" y="236474"/>
                    </a:cubicBezTo>
                    <a:cubicBezTo>
                      <a:pt x="143383" y="276479"/>
                      <a:pt x="167005" y="305562"/>
                      <a:pt x="214503" y="323469"/>
                    </a:cubicBezTo>
                    <a:cubicBezTo>
                      <a:pt x="248793" y="336550"/>
                      <a:pt x="294132" y="343027"/>
                      <a:pt x="350520" y="343027"/>
                    </a:cubicBezTo>
                    <a:cubicBezTo>
                      <a:pt x="455168" y="343027"/>
                      <a:pt x="541401" y="358013"/>
                      <a:pt x="609219" y="387731"/>
                    </a:cubicBezTo>
                    <a:cubicBezTo>
                      <a:pt x="677037" y="417449"/>
                      <a:pt x="710946" y="477774"/>
                      <a:pt x="710946" y="568579"/>
                    </a:cubicBezTo>
                    <a:cubicBezTo>
                      <a:pt x="710946" y="655193"/>
                      <a:pt x="678180" y="718693"/>
                      <a:pt x="612902" y="759206"/>
                    </a:cubicBezTo>
                    <a:cubicBezTo>
                      <a:pt x="547624" y="799719"/>
                      <a:pt x="467868" y="819912"/>
                      <a:pt x="373888" y="819912"/>
                    </a:cubicBezTo>
                    <a:cubicBezTo>
                      <a:pt x="283972" y="819912"/>
                      <a:pt x="202438" y="802767"/>
                      <a:pt x="129286" y="768477"/>
                    </a:cubicBezTo>
                    <a:cubicBezTo>
                      <a:pt x="56134" y="734187"/>
                      <a:pt x="13843" y="678688"/>
                      <a:pt x="2413" y="601853"/>
                    </a:cubicBezTo>
                    <a:lnTo>
                      <a:pt x="0" y="588391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1553971" y="959898"/>
              <a:ext cx="9130" cy="56452"/>
              <a:chOff x="0" y="0"/>
              <a:chExt cx="37960" cy="234683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37973" cy="234696"/>
              </a:xfrm>
              <a:custGeom>
                <a:avLst/>
                <a:gdLst/>
                <a:ahLst/>
                <a:cxnLst/>
                <a:rect r="r" b="b" t="t" l="l"/>
                <a:pathLst>
                  <a:path h="234696" w="37973">
                    <a:moveTo>
                      <a:pt x="0" y="234696"/>
                    </a:moveTo>
                    <a:lnTo>
                      <a:pt x="37973" y="234696"/>
                    </a:lnTo>
                    <a:lnTo>
                      <a:pt x="379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56" id="156"/>
            <p:cNvGrpSpPr/>
            <p:nvPr/>
          </p:nvGrpSpPr>
          <p:grpSpPr>
            <a:xfrm rot="0">
              <a:off x="1554267" y="244692"/>
              <a:ext cx="252331" cy="243317"/>
              <a:chOff x="0" y="0"/>
              <a:chExt cx="1049020" cy="1011542"/>
            </a:xfrm>
          </p:grpSpPr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1049019" cy="1011555"/>
              </a:xfrm>
              <a:custGeom>
                <a:avLst/>
                <a:gdLst/>
                <a:ahLst/>
                <a:cxnLst/>
                <a:rect r="r" b="b" t="t" l="l"/>
                <a:pathLst>
                  <a:path h="1011555" w="1049019">
                    <a:moveTo>
                      <a:pt x="1049019" y="1011555"/>
                    </a:moveTo>
                    <a:lnTo>
                      <a:pt x="596265" y="0"/>
                    </a:lnTo>
                    <a:lnTo>
                      <a:pt x="437134" y="0"/>
                    </a:lnTo>
                    <a:lnTo>
                      <a:pt x="0" y="1011555"/>
                    </a:lnTo>
                    <a:lnTo>
                      <a:pt x="171704" y="1011555"/>
                    </a:lnTo>
                    <a:lnTo>
                      <a:pt x="284099" y="750824"/>
                    </a:lnTo>
                    <a:lnTo>
                      <a:pt x="340360" y="604139"/>
                    </a:lnTo>
                    <a:lnTo>
                      <a:pt x="518287" y="185674"/>
                    </a:lnTo>
                    <a:lnTo>
                      <a:pt x="705612" y="604139"/>
                    </a:lnTo>
                    <a:lnTo>
                      <a:pt x="758698" y="750824"/>
                    </a:lnTo>
                    <a:lnTo>
                      <a:pt x="874141" y="1011555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1630310" y="649853"/>
              <a:ext cx="175027" cy="28087"/>
              <a:chOff x="0" y="0"/>
              <a:chExt cx="727646" cy="116764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727709" cy="116713"/>
              </a:xfrm>
              <a:custGeom>
                <a:avLst/>
                <a:gdLst/>
                <a:ahLst/>
                <a:cxnLst/>
                <a:rect r="r" b="b" t="t" l="l"/>
                <a:pathLst>
                  <a:path h="116713" w="727709">
                    <a:moveTo>
                      <a:pt x="0" y="116713"/>
                    </a:moveTo>
                    <a:lnTo>
                      <a:pt x="727709" y="116713"/>
                    </a:lnTo>
                    <a:lnTo>
                      <a:pt x="72770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60" id="160"/>
            <p:cNvGrpSpPr/>
            <p:nvPr/>
          </p:nvGrpSpPr>
          <p:grpSpPr>
            <a:xfrm rot="0">
              <a:off x="1630310" y="730861"/>
              <a:ext cx="175027" cy="28083"/>
              <a:chOff x="0" y="0"/>
              <a:chExt cx="727646" cy="116751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727709" cy="116713"/>
              </a:xfrm>
              <a:custGeom>
                <a:avLst/>
                <a:gdLst/>
                <a:ahLst/>
                <a:cxnLst/>
                <a:rect r="r" b="b" t="t" l="l"/>
                <a:pathLst>
                  <a:path h="116713" w="727709">
                    <a:moveTo>
                      <a:pt x="0" y="116713"/>
                    </a:moveTo>
                    <a:lnTo>
                      <a:pt x="727709" y="116713"/>
                    </a:lnTo>
                    <a:lnTo>
                      <a:pt x="72770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62" id="162"/>
            <p:cNvGrpSpPr/>
            <p:nvPr/>
          </p:nvGrpSpPr>
          <p:grpSpPr>
            <a:xfrm rot="0">
              <a:off x="1630310" y="811872"/>
              <a:ext cx="175027" cy="28087"/>
              <a:chOff x="0" y="0"/>
              <a:chExt cx="727646" cy="116764"/>
            </a:xfrm>
          </p:grpSpPr>
          <p:sp>
            <p:nvSpPr>
              <p:cNvPr name="Freeform 163" id="163"/>
              <p:cNvSpPr/>
              <p:nvPr/>
            </p:nvSpPr>
            <p:spPr>
              <a:xfrm flipH="false" flipV="false" rot="0">
                <a:off x="0" y="0"/>
                <a:ext cx="727709" cy="116713"/>
              </a:xfrm>
              <a:custGeom>
                <a:avLst/>
                <a:gdLst/>
                <a:ahLst/>
                <a:cxnLst/>
                <a:rect r="r" b="b" t="t" l="l"/>
                <a:pathLst>
                  <a:path h="116713" w="727709">
                    <a:moveTo>
                      <a:pt x="0" y="116713"/>
                    </a:moveTo>
                    <a:lnTo>
                      <a:pt x="727709" y="116713"/>
                    </a:lnTo>
                    <a:lnTo>
                      <a:pt x="72770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64" id="164"/>
            <p:cNvGrpSpPr/>
            <p:nvPr/>
          </p:nvGrpSpPr>
          <p:grpSpPr>
            <a:xfrm rot="0">
              <a:off x="1578906" y="943477"/>
              <a:ext cx="244156" cy="89288"/>
              <a:chOff x="0" y="0"/>
              <a:chExt cx="1015035" cy="371196"/>
            </a:xfrm>
          </p:grpSpPr>
          <p:sp>
            <p:nvSpPr>
              <p:cNvPr name="Freeform 165" id="165"/>
              <p:cNvSpPr/>
              <p:nvPr/>
            </p:nvSpPr>
            <p:spPr>
              <a:xfrm flipH="false" flipV="false" rot="0">
                <a:off x="63500" y="63500"/>
                <a:ext cx="211582" cy="244347"/>
              </a:xfrm>
              <a:custGeom>
                <a:avLst/>
                <a:gdLst/>
                <a:ahLst/>
                <a:cxnLst/>
                <a:rect r="r" b="b" t="t" l="l"/>
                <a:pathLst>
                  <a:path h="244347" w="211582">
                    <a:moveTo>
                      <a:pt x="181357" y="115569"/>
                    </a:moveTo>
                    <a:cubicBezTo>
                      <a:pt x="161163" y="106679"/>
                      <a:pt x="135509" y="102235"/>
                      <a:pt x="104394" y="102235"/>
                    </a:cubicBezTo>
                    <a:cubicBezTo>
                      <a:pt x="87630" y="102235"/>
                      <a:pt x="74041" y="100330"/>
                      <a:pt x="63881" y="96393"/>
                    </a:cubicBezTo>
                    <a:cubicBezTo>
                      <a:pt x="49784" y="91059"/>
                      <a:pt x="42672" y="82423"/>
                      <a:pt x="42672" y="70485"/>
                    </a:cubicBezTo>
                    <a:cubicBezTo>
                      <a:pt x="42672" y="58039"/>
                      <a:pt x="48768" y="49022"/>
                      <a:pt x="60960" y="43307"/>
                    </a:cubicBezTo>
                    <a:cubicBezTo>
                      <a:pt x="73152" y="37592"/>
                      <a:pt x="87249" y="34671"/>
                      <a:pt x="103251" y="34671"/>
                    </a:cubicBezTo>
                    <a:cubicBezTo>
                      <a:pt x="118364" y="34671"/>
                      <a:pt x="132461" y="37211"/>
                      <a:pt x="145542" y="42164"/>
                    </a:cubicBezTo>
                    <a:cubicBezTo>
                      <a:pt x="158623" y="47117"/>
                      <a:pt x="166370" y="55118"/>
                      <a:pt x="168530" y="66040"/>
                    </a:cubicBezTo>
                    <a:lnTo>
                      <a:pt x="169292" y="68580"/>
                    </a:lnTo>
                    <a:lnTo>
                      <a:pt x="207265" y="68580"/>
                    </a:lnTo>
                    <a:lnTo>
                      <a:pt x="206503" y="64516"/>
                    </a:lnTo>
                    <a:cubicBezTo>
                      <a:pt x="203582" y="41910"/>
                      <a:pt x="191644" y="25400"/>
                      <a:pt x="170689" y="15240"/>
                    </a:cubicBezTo>
                    <a:cubicBezTo>
                      <a:pt x="149733" y="5080"/>
                      <a:pt x="126365" y="0"/>
                      <a:pt x="100330" y="0"/>
                    </a:cubicBezTo>
                    <a:cubicBezTo>
                      <a:pt x="73279" y="0"/>
                      <a:pt x="50673" y="5842"/>
                      <a:pt x="32258" y="17399"/>
                    </a:cubicBezTo>
                    <a:cubicBezTo>
                      <a:pt x="13843" y="28956"/>
                      <a:pt x="4699" y="47117"/>
                      <a:pt x="4699" y="72009"/>
                    </a:cubicBezTo>
                    <a:cubicBezTo>
                      <a:pt x="4699" y="98298"/>
                      <a:pt x="14097" y="115696"/>
                      <a:pt x="33020" y="124205"/>
                    </a:cubicBezTo>
                    <a:cubicBezTo>
                      <a:pt x="51943" y="132714"/>
                      <a:pt x="76327" y="137032"/>
                      <a:pt x="106172" y="137032"/>
                    </a:cubicBezTo>
                    <a:cubicBezTo>
                      <a:pt x="124460" y="137032"/>
                      <a:pt x="139192" y="139064"/>
                      <a:pt x="150368" y="143255"/>
                    </a:cubicBezTo>
                    <a:cubicBezTo>
                      <a:pt x="165862" y="149097"/>
                      <a:pt x="173737" y="158495"/>
                      <a:pt x="173737" y="171322"/>
                    </a:cubicBezTo>
                    <a:cubicBezTo>
                      <a:pt x="173737" y="184657"/>
                      <a:pt x="167005" y="194436"/>
                      <a:pt x="153670" y="200532"/>
                    </a:cubicBezTo>
                    <a:cubicBezTo>
                      <a:pt x="140335" y="206628"/>
                      <a:pt x="124968" y="209676"/>
                      <a:pt x="107696" y="209676"/>
                    </a:cubicBezTo>
                    <a:cubicBezTo>
                      <a:pt x="92202" y="209676"/>
                      <a:pt x="77470" y="207136"/>
                      <a:pt x="63500" y="202056"/>
                    </a:cubicBezTo>
                    <a:cubicBezTo>
                      <a:pt x="49530" y="196976"/>
                      <a:pt x="41402" y="188721"/>
                      <a:pt x="38735" y="177799"/>
                    </a:cubicBezTo>
                    <a:lnTo>
                      <a:pt x="37973" y="175259"/>
                    </a:lnTo>
                    <a:lnTo>
                      <a:pt x="0" y="175259"/>
                    </a:lnTo>
                    <a:lnTo>
                      <a:pt x="762" y="179323"/>
                    </a:lnTo>
                    <a:cubicBezTo>
                      <a:pt x="4191" y="202183"/>
                      <a:pt x="16764" y="218693"/>
                      <a:pt x="38481" y="228980"/>
                    </a:cubicBezTo>
                    <a:cubicBezTo>
                      <a:pt x="60198" y="239267"/>
                      <a:pt x="84582" y="244347"/>
                      <a:pt x="111252" y="244347"/>
                    </a:cubicBezTo>
                    <a:cubicBezTo>
                      <a:pt x="139192" y="244347"/>
                      <a:pt x="162941" y="238378"/>
                      <a:pt x="182373" y="226313"/>
                    </a:cubicBezTo>
                    <a:cubicBezTo>
                      <a:pt x="201804" y="214248"/>
                      <a:pt x="211583" y="195325"/>
                      <a:pt x="211583" y="169544"/>
                    </a:cubicBezTo>
                    <a:cubicBezTo>
                      <a:pt x="211583" y="142620"/>
                      <a:pt x="201423" y="124586"/>
                      <a:pt x="181230" y="11569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66" id="166"/>
              <p:cNvSpPr/>
              <p:nvPr/>
            </p:nvSpPr>
            <p:spPr>
              <a:xfrm flipH="false" flipV="false" rot="0">
                <a:off x="382144" y="66421"/>
                <a:ext cx="245238" cy="236473"/>
              </a:xfrm>
              <a:custGeom>
                <a:avLst/>
                <a:gdLst/>
                <a:ahLst/>
                <a:cxnLst/>
                <a:rect r="r" b="b" t="t" l="l"/>
                <a:pathLst>
                  <a:path h="236473" w="245238">
                    <a:moveTo>
                      <a:pt x="79629" y="141223"/>
                    </a:moveTo>
                    <a:lnTo>
                      <a:pt x="120777" y="42672"/>
                    </a:lnTo>
                    <a:lnTo>
                      <a:pt x="164973" y="141223"/>
                    </a:lnTo>
                    <a:close/>
                    <a:moveTo>
                      <a:pt x="102235" y="0"/>
                    </a:moveTo>
                    <a:lnTo>
                      <a:pt x="0" y="236473"/>
                    </a:lnTo>
                    <a:lnTo>
                      <a:pt x="40132" y="236473"/>
                    </a:lnTo>
                    <a:lnTo>
                      <a:pt x="66421" y="175513"/>
                    </a:lnTo>
                    <a:lnTo>
                      <a:pt x="177419" y="175513"/>
                    </a:lnTo>
                    <a:lnTo>
                      <a:pt x="204470" y="236473"/>
                    </a:lnTo>
                    <a:lnTo>
                      <a:pt x="245237" y="236473"/>
                    </a:lnTo>
                    <a:lnTo>
                      <a:pt x="139446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67" id="167"/>
              <p:cNvSpPr/>
              <p:nvPr/>
            </p:nvSpPr>
            <p:spPr>
              <a:xfrm flipH="false" flipV="false" rot="0">
                <a:off x="723775" y="63500"/>
                <a:ext cx="227711" cy="244220"/>
              </a:xfrm>
              <a:custGeom>
                <a:avLst/>
                <a:gdLst/>
                <a:ahLst/>
                <a:cxnLst/>
                <a:rect r="r" b="b" t="t" l="l"/>
                <a:pathLst>
                  <a:path h="244220" w="227711">
                    <a:moveTo>
                      <a:pt x="74803" y="48895"/>
                    </a:moveTo>
                    <a:cubicBezTo>
                      <a:pt x="85979" y="40894"/>
                      <a:pt x="99187" y="36830"/>
                      <a:pt x="114554" y="36830"/>
                    </a:cubicBezTo>
                    <a:cubicBezTo>
                      <a:pt x="131826" y="36830"/>
                      <a:pt x="146812" y="42164"/>
                      <a:pt x="159639" y="52705"/>
                    </a:cubicBezTo>
                    <a:cubicBezTo>
                      <a:pt x="172466" y="63246"/>
                      <a:pt x="181102" y="76708"/>
                      <a:pt x="185674" y="93091"/>
                    </a:cubicBezTo>
                    <a:lnTo>
                      <a:pt x="186436" y="95631"/>
                    </a:lnTo>
                    <a:lnTo>
                      <a:pt x="227711" y="95631"/>
                    </a:lnTo>
                    <a:lnTo>
                      <a:pt x="226949" y="91567"/>
                    </a:lnTo>
                    <a:cubicBezTo>
                      <a:pt x="222758" y="74041"/>
                      <a:pt x="215646" y="58293"/>
                      <a:pt x="205359" y="44450"/>
                    </a:cubicBezTo>
                    <a:cubicBezTo>
                      <a:pt x="195072" y="30607"/>
                      <a:pt x="182245" y="19685"/>
                      <a:pt x="166624" y="11811"/>
                    </a:cubicBezTo>
                    <a:cubicBezTo>
                      <a:pt x="151003" y="3937"/>
                      <a:pt x="133858" y="0"/>
                      <a:pt x="114554" y="0"/>
                    </a:cubicBezTo>
                    <a:cubicBezTo>
                      <a:pt x="91186" y="0"/>
                      <a:pt x="70866" y="5715"/>
                      <a:pt x="53467" y="17018"/>
                    </a:cubicBezTo>
                    <a:cubicBezTo>
                      <a:pt x="36068" y="28321"/>
                      <a:pt x="22860" y="43434"/>
                      <a:pt x="13716" y="62103"/>
                    </a:cubicBezTo>
                    <a:cubicBezTo>
                      <a:pt x="4572" y="80772"/>
                      <a:pt x="0" y="100965"/>
                      <a:pt x="0" y="122300"/>
                    </a:cubicBezTo>
                    <a:cubicBezTo>
                      <a:pt x="0" y="143636"/>
                      <a:pt x="4572" y="163702"/>
                      <a:pt x="13716" y="182371"/>
                    </a:cubicBezTo>
                    <a:cubicBezTo>
                      <a:pt x="22860" y="201040"/>
                      <a:pt x="36068" y="215899"/>
                      <a:pt x="53467" y="227202"/>
                    </a:cubicBezTo>
                    <a:cubicBezTo>
                      <a:pt x="70866" y="238505"/>
                      <a:pt x="91313" y="244220"/>
                      <a:pt x="114554" y="244220"/>
                    </a:cubicBezTo>
                    <a:cubicBezTo>
                      <a:pt x="133985" y="244220"/>
                      <a:pt x="151511" y="240283"/>
                      <a:pt x="166878" y="232409"/>
                    </a:cubicBezTo>
                    <a:cubicBezTo>
                      <a:pt x="182245" y="224535"/>
                      <a:pt x="195199" y="213613"/>
                      <a:pt x="205359" y="199770"/>
                    </a:cubicBezTo>
                    <a:cubicBezTo>
                      <a:pt x="215519" y="185927"/>
                      <a:pt x="222758" y="170052"/>
                      <a:pt x="226949" y="152272"/>
                    </a:cubicBezTo>
                    <a:lnTo>
                      <a:pt x="227711" y="148208"/>
                    </a:lnTo>
                    <a:lnTo>
                      <a:pt x="186563" y="148208"/>
                    </a:lnTo>
                    <a:lnTo>
                      <a:pt x="185801" y="150748"/>
                    </a:lnTo>
                    <a:cubicBezTo>
                      <a:pt x="181483" y="167004"/>
                      <a:pt x="172720" y="180466"/>
                      <a:pt x="159893" y="190880"/>
                    </a:cubicBezTo>
                    <a:cubicBezTo>
                      <a:pt x="147066" y="201294"/>
                      <a:pt x="131953" y="206628"/>
                      <a:pt x="114681" y="206628"/>
                    </a:cubicBezTo>
                    <a:cubicBezTo>
                      <a:pt x="99314" y="206628"/>
                      <a:pt x="86106" y="202564"/>
                      <a:pt x="74930" y="194563"/>
                    </a:cubicBezTo>
                    <a:cubicBezTo>
                      <a:pt x="63754" y="186562"/>
                      <a:pt x="55245" y="176021"/>
                      <a:pt x="49403" y="162940"/>
                    </a:cubicBezTo>
                    <a:cubicBezTo>
                      <a:pt x="43561" y="149859"/>
                      <a:pt x="40640" y="136270"/>
                      <a:pt x="40640" y="121919"/>
                    </a:cubicBezTo>
                    <a:cubicBezTo>
                      <a:pt x="40640" y="107314"/>
                      <a:pt x="43561" y="93599"/>
                      <a:pt x="49403" y="80518"/>
                    </a:cubicBezTo>
                    <a:cubicBezTo>
                      <a:pt x="55245" y="67437"/>
                      <a:pt x="63627" y="57023"/>
                      <a:pt x="74803" y="4889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68" id="168"/>
            <p:cNvGrpSpPr/>
            <p:nvPr/>
          </p:nvGrpSpPr>
          <p:grpSpPr>
            <a:xfrm rot="0">
              <a:off x="1930509" y="246564"/>
              <a:ext cx="231681" cy="241443"/>
              <a:chOff x="0" y="0"/>
              <a:chExt cx="963168" cy="1003757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0" y="0"/>
                <a:ext cx="963295" cy="1003808"/>
              </a:xfrm>
              <a:custGeom>
                <a:avLst/>
                <a:gdLst/>
                <a:ahLst/>
                <a:cxnLst/>
                <a:rect r="r" b="b" t="t" l="l"/>
                <a:pathLst>
                  <a:path h="1003808" w="963295">
                    <a:moveTo>
                      <a:pt x="773430" y="388747"/>
                    </a:moveTo>
                    <a:cubicBezTo>
                      <a:pt x="755269" y="413766"/>
                      <a:pt x="726821" y="426212"/>
                      <a:pt x="688340" y="426212"/>
                    </a:cubicBezTo>
                    <a:lnTo>
                      <a:pt x="162306" y="426212"/>
                    </a:lnTo>
                    <a:lnTo>
                      <a:pt x="162306" y="148336"/>
                    </a:lnTo>
                    <a:lnTo>
                      <a:pt x="688467" y="148336"/>
                    </a:lnTo>
                    <a:cubicBezTo>
                      <a:pt x="724916" y="148336"/>
                      <a:pt x="752729" y="162179"/>
                      <a:pt x="772033" y="189738"/>
                    </a:cubicBezTo>
                    <a:cubicBezTo>
                      <a:pt x="791337" y="217297"/>
                      <a:pt x="800862" y="250952"/>
                      <a:pt x="800862" y="290449"/>
                    </a:cubicBezTo>
                    <a:cubicBezTo>
                      <a:pt x="800862" y="330962"/>
                      <a:pt x="791718" y="363855"/>
                      <a:pt x="773557" y="388747"/>
                    </a:cubicBezTo>
                    <a:moveTo>
                      <a:pt x="931164" y="143637"/>
                    </a:moveTo>
                    <a:cubicBezTo>
                      <a:pt x="909828" y="99949"/>
                      <a:pt x="878586" y="65024"/>
                      <a:pt x="837565" y="38989"/>
                    </a:cubicBezTo>
                    <a:cubicBezTo>
                      <a:pt x="796544" y="12954"/>
                      <a:pt x="746633" y="0"/>
                      <a:pt x="688467" y="0"/>
                    </a:cubicBezTo>
                    <a:lnTo>
                      <a:pt x="0" y="0"/>
                    </a:lnTo>
                    <a:lnTo>
                      <a:pt x="0" y="1003808"/>
                    </a:lnTo>
                    <a:lnTo>
                      <a:pt x="162306" y="1003808"/>
                    </a:lnTo>
                    <a:lnTo>
                      <a:pt x="162306" y="576072"/>
                    </a:lnTo>
                    <a:lnTo>
                      <a:pt x="688467" y="576072"/>
                    </a:lnTo>
                    <a:cubicBezTo>
                      <a:pt x="775843" y="576072"/>
                      <a:pt x="843534" y="548767"/>
                      <a:pt x="891413" y="494157"/>
                    </a:cubicBezTo>
                    <a:cubicBezTo>
                      <a:pt x="939292" y="439547"/>
                      <a:pt x="963295" y="371094"/>
                      <a:pt x="963295" y="288925"/>
                    </a:cubicBezTo>
                    <a:cubicBezTo>
                      <a:pt x="963295" y="235839"/>
                      <a:pt x="952627" y="187452"/>
                      <a:pt x="931291" y="143764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</p:grpSp>
      <p:sp>
        <p:nvSpPr>
          <p:cNvPr name="Freeform 170" id="170"/>
          <p:cNvSpPr/>
          <p:nvPr/>
        </p:nvSpPr>
        <p:spPr>
          <a:xfrm flipH="false" flipV="false" rot="0">
            <a:off x="4743129" y="9464358"/>
            <a:ext cx="1536510" cy="656097"/>
          </a:xfrm>
          <a:custGeom>
            <a:avLst/>
            <a:gdLst/>
            <a:ahLst/>
            <a:cxnLst/>
            <a:rect r="r" b="b" t="t" l="l"/>
            <a:pathLst>
              <a:path h="656097" w="1536510">
                <a:moveTo>
                  <a:pt x="0" y="0"/>
                </a:moveTo>
                <a:lnTo>
                  <a:pt x="1536510" y="0"/>
                </a:lnTo>
                <a:lnTo>
                  <a:pt x="1536510" y="656097"/>
                </a:lnTo>
                <a:lnTo>
                  <a:pt x="0" y="656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1" id="171"/>
          <p:cNvGrpSpPr/>
          <p:nvPr/>
        </p:nvGrpSpPr>
        <p:grpSpPr>
          <a:xfrm rot="0">
            <a:off x="6765414" y="9496249"/>
            <a:ext cx="1731659" cy="612440"/>
            <a:chOff x="0" y="0"/>
            <a:chExt cx="2308878" cy="816586"/>
          </a:xfrm>
        </p:grpSpPr>
        <p:grpSp>
          <p:nvGrpSpPr>
            <p:cNvPr name="Group 172" id="172"/>
            <p:cNvGrpSpPr/>
            <p:nvPr/>
          </p:nvGrpSpPr>
          <p:grpSpPr>
            <a:xfrm rot="0">
              <a:off x="0" y="0"/>
              <a:ext cx="418146" cy="540803"/>
              <a:chOff x="0" y="0"/>
              <a:chExt cx="1738059" cy="2247887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632970" y="1067689"/>
                <a:ext cx="1041530" cy="1116711"/>
              </a:xfrm>
              <a:custGeom>
                <a:avLst/>
                <a:gdLst/>
                <a:ahLst/>
                <a:cxnLst/>
                <a:rect r="r" b="b" t="t" l="l"/>
                <a:pathLst>
                  <a:path h="1116711" w="1041530">
                    <a:moveTo>
                      <a:pt x="524130" y="0"/>
                    </a:moveTo>
                    <a:cubicBezTo>
                      <a:pt x="612014" y="0"/>
                      <a:pt x="691644" y="18161"/>
                      <a:pt x="762764" y="54229"/>
                    </a:cubicBezTo>
                    <a:cubicBezTo>
                      <a:pt x="833884" y="90297"/>
                      <a:pt x="892939" y="140208"/>
                      <a:pt x="939675" y="203708"/>
                    </a:cubicBezTo>
                    <a:cubicBezTo>
                      <a:pt x="986411" y="267208"/>
                      <a:pt x="1019177" y="338963"/>
                      <a:pt x="1038100" y="418973"/>
                    </a:cubicBezTo>
                    <a:lnTo>
                      <a:pt x="1041402" y="437388"/>
                    </a:lnTo>
                    <a:lnTo>
                      <a:pt x="852934" y="437388"/>
                    </a:lnTo>
                    <a:lnTo>
                      <a:pt x="849632" y="425704"/>
                    </a:lnTo>
                    <a:cubicBezTo>
                      <a:pt x="828550" y="351155"/>
                      <a:pt x="788672" y="289687"/>
                      <a:pt x="730252" y="241300"/>
                    </a:cubicBezTo>
                    <a:cubicBezTo>
                      <a:pt x="671831" y="192913"/>
                      <a:pt x="603124" y="168656"/>
                      <a:pt x="524130" y="168656"/>
                    </a:cubicBezTo>
                    <a:cubicBezTo>
                      <a:pt x="454026" y="168656"/>
                      <a:pt x="393320" y="187071"/>
                      <a:pt x="342139" y="223774"/>
                    </a:cubicBezTo>
                    <a:cubicBezTo>
                      <a:pt x="290958" y="260477"/>
                      <a:pt x="251968" y="308610"/>
                      <a:pt x="225298" y="368173"/>
                    </a:cubicBezTo>
                    <a:cubicBezTo>
                      <a:pt x="198628" y="427736"/>
                      <a:pt x="185293" y="490855"/>
                      <a:pt x="185293" y="557657"/>
                    </a:cubicBezTo>
                    <a:cubicBezTo>
                      <a:pt x="185293" y="623316"/>
                      <a:pt x="198628" y="685927"/>
                      <a:pt x="225298" y="745490"/>
                    </a:cubicBezTo>
                    <a:cubicBezTo>
                      <a:pt x="251968" y="805053"/>
                      <a:pt x="290958" y="853186"/>
                      <a:pt x="342139" y="889889"/>
                    </a:cubicBezTo>
                    <a:cubicBezTo>
                      <a:pt x="393320" y="926592"/>
                      <a:pt x="454026" y="945007"/>
                      <a:pt x="524130" y="945007"/>
                    </a:cubicBezTo>
                    <a:cubicBezTo>
                      <a:pt x="603124" y="945007"/>
                      <a:pt x="672086" y="921131"/>
                      <a:pt x="731141" y="873252"/>
                    </a:cubicBezTo>
                    <a:cubicBezTo>
                      <a:pt x="790196" y="825373"/>
                      <a:pt x="829693" y="764159"/>
                      <a:pt x="849632" y="689610"/>
                    </a:cubicBezTo>
                    <a:lnTo>
                      <a:pt x="852934" y="677926"/>
                    </a:lnTo>
                    <a:lnTo>
                      <a:pt x="1041530" y="677926"/>
                    </a:lnTo>
                    <a:lnTo>
                      <a:pt x="1038227" y="696341"/>
                    </a:lnTo>
                    <a:cubicBezTo>
                      <a:pt x="1019305" y="777621"/>
                      <a:pt x="986538" y="849884"/>
                      <a:pt x="939802" y="913384"/>
                    </a:cubicBezTo>
                    <a:cubicBezTo>
                      <a:pt x="893066" y="976884"/>
                      <a:pt x="834392" y="1026668"/>
                      <a:pt x="763653" y="1062736"/>
                    </a:cubicBezTo>
                    <a:cubicBezTo>
                      <a:pt x="692914" y="1098804"/>
                      <a:pt x="613157" y="1116711"/>
                      <a:pt x="524130" y="1116711"/>
                    </a:cubicBezTo>
                    <a:cubicBezTo>
                      <a:pt x="417323" y="1116711"/>
                      <a:pt x="324105" y="1090803"/>
                      <a:pt x="244475" y="1039114"/>
                    </a:cubicBezTo>
                    <a:cubicBezTo>
                      <a:pt x="164846" y="987425"/>
                      <a:pt x="104267" y="918845"/>
                      <a:pt x="62611" y="833755"/>
                    </a:cubicBezTo>
                    <a:cubicBezTo>
                      <a:pt x="20955" y="748665"/>
                      <a:pt x="0" y="657098"/>
                      <a:pt x="0" y="559181"/>
                    </a:cubicBezTo>
                    <a:cubicBezTo>
                      <a:pt x="0" y="461264"/>
                      <a:pt x="20828" y="369443"/>
                      <a:pt x="62611" y="283718"/>
                    </a:cubicBezTo>
                    <a:cubicBezTo>
                      <a:pt x="104394" y="197993"/>
                      <a:pt x="164973" y="129286"/>
                      <a:pt x="244475" y="77597"/>
                    </a:cubicBezTo>
                    <a:cubicBezTo>
                      <a:pt x="323978" y="25908"/>
                      <a:pt x="417323" y="0"/>
                      <a:pt x="524130" y="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74" id="174"/>
              <p:cNvSpPr/>
              <p:nvPr/>
            </p:nvSpPr>
            <p:spPr>
              <a:xfrm flipH="false" flipV="false" rot="0">
                <a:off x="63333" y="63375"/>
                <a:ext cx="1393333" cy="987497"/>
              </a:xfrm>
              <a:custGeom>
                <a:avLst/>
                <a:gdLst/>
                <a:ahLst/>
                <a:cxnLst/>
                <a:rect r="r" b="b" t="t" l="l"/>
                <a:pathLst>
                  <a:path h="987497" w="1393333">
                    <a:moveTo>
                      <a:pt x="1052492" y="877314"/>
                    </a:moveTo>
                    <a:cubicBezTo>
                      <a:pt x="1066208" y="875028"/>
                      <a:pt x="1081956" y="873250"/>
                      <a:pt x="1093005" y="872869"/>
                    </a:cubicBezTo>
                    <a:cubicBezTo>
                      <a:pt x="1094656" y="872742"/>
                      <a:pt x="1096561" y="872615"/>
                      <a:pt x="1098212" y="872361"/>
                    </a:cubicBezTo>
                    <a:cubicBezTo>
                      <a:pt x="1121453" y="868805"/>
                      <a:pt x="1137455" y="847088"/>
                      <a:pt x="1134026" y="823847"/>
                    </a:cubicBezTo>
                    <a:lnTo>
                      <a:pt x="1133391" y="819529"/>
                    </a:lnTo>
                    <a:cubicBezTo>
                      <a:pt x="1128057" y="784350"/>
                      <a:pt x="1122215" y="749425"/>
                      <a:pt x="1115992" y="714500"/>
                    </a:cubicBezTo>
                    <a:cubicBezTo>
                      <a:pt x="1135677" y="710182"/>
                      <a:pt x="1154981" y="704848"/>
                      <a:pt x="1173777" y="697736"/>
                    </a:cubicBezTo>
                    <a:cubicBezTo>
                      <a:pt x="1210861" y="683512"/>
                      <a:pt x="1246803" y="664335"/>
                      <a:pt x="1278934" y="638554"/>
                    </a:cubicBezTo>
                    <a:cubicBezTo>
                      <a:pt x="1311065" y="612900"/>
                      <a:pt x="1339259" y="580261"/>
                      <a:pt x="1359071" y="542542"/>
                    </a:cubicBezTo>
                    <a:cubicBezTo>
                      <a:pt x="1379518" y="505077"/>
                      <a:pt x="1389932" y="462532"/>
                      <a:pt x="1392726" y="421130"/>
                    </a:cubicBezTo>
                    <a:cubicBezTo>
                      <a:pt x="1395139" y="379474"/>
                      <a:pt x="1390186" y="338834"/>
                      <a:pt x="1380915" y="300353"/>
                    </a:cubicBezTo>
                    <a:cubicBezTo>
                      <a:pt x="1378756" y="290574"/>
                      <a:pt x="1376089" y="281176"/>
                      <a:pt x="1373168" y="271778"/>
                    </a:cubicBezTo>
                    <a:lnTo>
                      <a:pt x="1368977" y="257681"/>
                    </a:lnTo>
                    <a:lnTo>
                      <a:pt x="1363008" y="241933"/>
                    </a:lnTo>
                    <a:cubicBezTo>
                      <a:pt x="1354245" y="221359"/>
                      <a:pt x="1343196" y="202182"/>
                      <a:pt x="1330242" y="185164"/>
                    </a:cubicBezTo>
                    <a:cubicBezTo>
                      <a:pt x="1304334" y="151128"/>
                      <a:pt x="1272965" y="123442"/>
                      <a:pt x="1238801" y="101598"/>
                    </a:cubicBezTo>
                    <a:cubicBezTo>
                      <a:pt x="1204765" y="79500"/>
                      <a:pt x="1167935" y="62609"/>
                      <a:pt x="1129835" y="51179"/>
                    </a:cubicBezTo>
                    <a:cubicBezTo>
                      <a:pt x="1053762" y="28065"/>
                      <a:pt x="972609" y="23239"/>
                      <a:pt x="895012" y="37717"/>
                    </a:cubicBezTo>
                    <a:cubicBezTo>
                      <a:pt x="845735" y="46861"/>
                      <a:pt x="798237" y="63752"/>
                      <a:pt x="754168" y="86231"/>
                    </a:cubicBezTo>
                    <a:cubicBezTo>
                      <a:pt x="745532" y="78103"/>
                      <a:pt x="736261" y="70483"/>
                      <a:pt x="726609" y="63625"/>
                    </a:cubicBezTo>
                    <a:cubicBezTo>
                      <a:pt x="704765" y="48258"/>
                      <a:pt x="680889" y="36320"/>
                      <a:pt x="655997" y="27938"/>
                    </a:cubicBezTo>
                    <a:cubicBezTo>
                      <a:pt x="606340" y="10666"/>
                      <a:pt x="554270" y="1395"/>
                      <a:pt x="501819" y="125"/>
                    </a:cubicBezTo>
                    <a:cubicBezTo>
                      <a:pt x="449367" y="-1145"/>
                      <a:pt x="396281" y="7237"/>
                      <a:pt x="346497" y="25271"/>
                    </a:cubicBezTo>
                    <a:cubicBezTo>
                      <a:pt x="297094" y="44067"/>
                      <a:pt x="250993" y="71880"/>
                      <a:pt x="212639" y="107440"/>
                    </a:cubicBezTo>
                    <a:cubicBezTo>
                      <a:pt x="174158" y="141984"/>
                      <a:pt x="141265" y="185799"/>
                      <a:pt x="121198" y="234440"/>
                    </a:cubicBezTo>
                    <a:cubicBezTo>
                      <a:pt x="100878" y="283081"/>
                      <a:pt x="93258" y="335786"/>
                      <a:pt x="95925" y="386713"/>
                    </a:cubicBezTo>
                    <a:cubicBezTo>
                      <a:pt x="98592" y="437640"/>
                      <a:pt x="109006" y="487678"/>
                      <a:pt x="130597" y="533271"/>
                    </a:cubicBezTo>
                    <a:cubicBezTo>
                      <a:pt x="151806" y="578737"/>
                      <a:pt x="181778" y="619250"/>
                      <a:pt x="218227" y="651635"/>
                    </a:cubicBezTo>
                    <a:cubicBezTo>
                      <a:pt x="188509" y="613154"/>
                      <a:pt x="166665" y="569593"/>
                      <a:pt x="152314" y="524889"/>
                    </a:cubicBezTo>
                    <a:cubicBezTo>
                      <a:pt x="138598" y="480185"/>
                      <a:pt x="133264" y="432814"/>
                      <a:pt x="135423" y="386713"/>
                    </a:cubicBezTo>
                    <a:cubicBezTo>
                      <a:pt x="137836" y="340612"/>
                      <a:pt x="149266" y="296035"/>
                      <a:pt x="169205" y="256284"/>
                    </a:cubicBezTo>
                    <a:cubicBezTo>
                      <a:pt x="189271" y="216533"/>
                      <a:pt x="218100" y="182497"/>
                      <a:pt x="253152" y="154049"/>
                    </a:cubicBezTo>
                    <a:cubicBezTo>
                      <a:pt x="322367" y="96518"/>
                      <a:pt x="411267" y="70102"/>
                      <a:pt x="500167" y="72642"/>
                    </a:cubicBezTo>
                    <a:cubicBezTo>
                      <a:pt x="544618" y="73531"/>
                      <a:pt x="589195" y="82675"/>
                      <a:pt x="630724" y="98296"/>
                    </a:cubicBezTo>
                    <a:cubicBezTo>
                      <a:pt x="651425" y="106297"/>
                      <a:pt x="671872" y="114552"/>
                      <a:pt x="691938" y="123569"/>
                    </a:cubicBezTo>
                    <a:cubicBezTo>
                      <a:pt x="688636" y="125855"/>
                      <a:pt x="685207" y="128014"/>
                      <a:pt x="681905" y="130427"/>
                    </a:cubicBezTo>
                    <a:cubicBezTo>
                      <a:pt x="666157" y="141222"/>
                      <a:pt x="650917" y="154176"/>
                      <a:pt x="636947" y="165733"/>
                    </a:cubicBezTo>
                    <a:cubicBezTo>
                      <a:pt x="624755" y="176274"/>
                      <a:pt x="612436" y="186561"/>
                      <a:pt x="600244" y="197229"/>
                    </a:cubicBezTo>
                    <a:cubicBezTo>
                      <a:pt x="587925" y="207643"/>
                      <a:pt x="575479" y="218057"/>
                      <a:pt x="563541" y="228979"/>
                    </a:cubicBezTo>
                    <a:lnTo>
                      <a:pt x="515154" y="268603"/>
                    </a:lnTo>
                    <a:cubicBezTo>
                      <a:pt x="487975" y="290955"/>
                      <a:pt x="460035" y="312418"/>
                      <a:pt x="431079" y="331341"/>
                    </a:cubicBezTo>
                    <a:cubicBezTo>
                      <a:pt x="416474" y="340866"/>
                      <a:pt x="401742" y="349375"/>
                      <a:pt x="385994" y="355344"/>
                    </a:cubicBezTo>
                    <a:cubicBezTo>
                      <a:pt x="370373" y="361567"/>
                      <a:pt x="353736" y="363599"/>
                      <a:pt x="336083" y="356360"/>
                    </a:cubicBezTo>
                    <a:cubicBezTo>
                      <a:pt x="342560" y="362583"/>
                      <a:pt x="350434" y="368806"/>
                      <a:pt x="360086" y="371854"/>
                    </a:cubicBezTo>
                    <a:cubicBezTo>
                      <a:pt x="369738" y="375156"/>
                      <a:pt x="379644" y="375537"/>
                      <a:pt x="389677" y="375537"/>
                    </a:cubicBezTo>
                    <a:cubicBezTo>
                      <a:pt x="409108" y="374267"/>
                      <a:pt x="428412" y="370330"/>
                      <a:pt x="446319" y="364234"/>
                    </a:cubicBezTo>
                    <a:cubicBezTo>
                      <a:pt x="482514" y="352423"/>
                      <a:pt x="515916" y="335532"/>
                      <a:pt x="548428" y="317625"/>
                    </a:cubicBezTo>
                    <a:cubicBezTo>
                      <a:pt x="580305" y="298829"/>
                      <a:pt x="611420" y="279271"/>
                      <a:pt x="641265" y="257935"/>
                    </a:cubicBezTo>
                    <a:lnTo>
                      <a:pt x="685207" y="225169"/>
                    </a:lnTo>
                    <a:cubicBezTo>
                      <a:pt x="699685" y="214628"/>
                      <a:pt x="712131" y="204341"/>
                      <a:pt x="726482" y="195451"/>
                    </a:cubicBezTo>
                    <a:cubicBezTo>
                      <a:pt x="837099" y="120267"/>
                      <a:pt x="978578" y="97915"/>
                      <a:pt x="1101768" y="138809"/>
                    </a:cubicBezTo>
                    <a:cubicBezTo>
                      <a:pt x="1162474" y="159002"/>
                      <a:pt x="1219751" y="194054"/>
                      <a:pt x="1255185" y="241298"/>
                    </a:cubicBezTo>
                    <a:cubicBezTo>
                      <a:pt x="1264075" y="252982"/>
                      <a:pt x="1270933" y="265428"/>
                      <a:pt x="1276267" y="277874"/>
                    </a:cubicBezTo>
                    <a:lnTo>
                      <a:pt x="1280077" y="287399"/>
                    </a:lnTo>
                    <a:lnTo>
                      <a:pt x="1283760" y="299083"/>
                    </a:lnTo>
                    <a:cubicBezTo>
                      <a:pt x="1286300" y="306830"/>
                      <a:pt x="1288713" y="314704"/>
                      <a:pt x="1290364" y="322578"/>
                    </a:cubicBezTo>
                    <a:cubicBezTo>
                      <a:pt x="1298365" y="353947"/>
                      <a:pt x="1302302" y="385443"/>
                      <a:pt x="1300905" y="415923"/>
                    </a:cubicBezTo>
                    <a:cubicBezTo>
                      <a:pt x="1299000" y="446149"/>
                      <a:pt x="1292396" y="475359"/>
                      <a:pt x="1279061" y="501648"/>
                    </a:cubicBezTo>
                    <a:cubicBezTo>
                      <a:pt x="1266107" y="528064"/>
                      <a:pt x="1246929" y="551813"/>
                      <a:pt x="1223307" y="571752"/>
                    </a:cubicBezTo>
                    <a:cubicBezTo>
                      <a:pt x="1200066" y="592072"/>
                      <a:pt x="1172253" y="608455"/>
                      <a:pt x="1142662" y="621155"/>
                    </a:cubicBezTo>
                    <a:cubicBezTo>
                      <a:pt x="1129327" y="626870"/>
                      <a:pt x="1115357" y="631696"/>
                      <a:pt x="1101260" y="635760"/>
                    </a:cubicBezTo>
                    <a:cubicBezTo>
                      <a:pt x="1093894" y="596898"/>
                      <a:pt x="1085639" y="558163"/>
                      <a:pt x="1077638" y="519428"/>
                    </a:cubicBezTo>
                    <a:lnTo>
                      <a:pt x="1077511" y="518793"/>
                    </a:lnTo>
                    <a:cubicBezTo>
                      <a:pt x="1074971" y="506855"/>
                      <a:pt x="1068240" y="495806"/>
                      <a:pt x="1057572" y="488186"/>
                    </a:cubicBezTo>
                    <a:cubicBezTo>
                      <a:pt x="1052619" y="484630"/>
                      <a:pt x="1051095" y="483868"/>
                      <a:pt x="1048174" y="482090"/>
                    </a:cubicBezTo>
                    <a:lnTo>
                      <a:pt x="1040808" y="478026"/>
                    </a:lnTo>
                    <a:cubicBezTo>
                      <a:pt x="1035982" y="475486"/>
                      <a:pt x="1031283" y="473327"/>
                      <a:pt x="1026584" y="471295"/>
                    </a:cubicBezTo>
                    <a:cubicBezTo>
                      <a:pt x="1017186" y="467358"/>
                      <a:pt x="1007788" y="463929"/>
                      <a:pt x="998263" y="461389"/>
                    </a:cubicBezTo>
                    <a:cubicBezTo>
                      <a:pt x="979340" y="456055"/>
                      <a:pt x="960290" y="453007"/>
                      <a:pt x="941367" y="451991"/>
                    </a:cubicBezTo>
                    <a:cubicBezTo>
                      <a:pt x="903521" y="449705"/>
                      <a:pt x="866690" y="455039"/>
                      <a:pt x="832273" y="464310"/>
                    </a:cubicBezTo>
                    <a:cubicBezTo>
                      <a:pt x="763439" y="483868"/>
                      <a:pt x="703495" y="518793"/>
                      <a:pt x="650917" y="559052"/>
                    </a:cubicBezTo>
                    <a:cubicBezTo>
                      <a:pt x="597958" y="599311"/>
                      <a:pt x="551603" y="645412"/>
                      <a:pt x="509439" y="693926"/>
                    </a:cubicBezTo>
                    <a:cubicBezTo>
                      <a:pt x="499024" y="706245"/>
                      <a:pt x="488356" y="718310"/>
                      <a:pt x="478577" y="730883"/>
                    </a:cubicBezTo>
                    <a:lnTo>
                      <a:pt x="449621" y="767205"/>
                    </a:lnTo>
                    <a:cubicBezTo>
                      <a:pt x="431968" y="789684"/>
                      <a:pt x="412918" y="810893"/>
                      <a:pt x="392471" y="829816"/>
                    </a:cubicBezTo>
                    <a:cubicBezTo>
                      <a:pt x="351958" y="867789"/>
                      <a:pt x="304587" y="897253"/>
                      <a:pt x="254041" y="906651"/>
                    </a:cubicBezTo>
                    <a:cubicBezTo>
                      <a:pt x="203749" y="917065"/>
                      <a:pt x="150282" y="903984"/>
                      <a:pt x="108371" y="870456"/>
                    </a:cubicBezTo>
                    <a:cubicBezTo>
                      <a:pt x="66842" y="837055"/>
                      <a:pt x="37759" y="784096"/>
                      <a:pt x="35981" y="727200"/>
                    </a:cubicBezTo>
                    <a:cubicBezTo>
                      <a:pt x="34711" y="698879"/>
                      <a:pt x="40553" y="669796"/>
                      <a:pt x="52618" y="642618"/>
                    </a:cubicBezTo>
                    <a:cubicBezTo>
                      <a:pt x="64683" y="615440"/>
                      <a:pt x="83352" y="590675"/>
                      <a:pt x="105577" y="568831"/>
                    </a:cubicBezTo>
                    <a:cubicBezTo>
                      <a:pt x="79161" y="585214"/>
                      <a:pt x="54777" y="606550"/>
                      <a:pt x="36362" y="633347"/>
                    </a:cubicBezTo>
                    <a:cubicBezTo>
                      <a:pt x="17820" y="660017"/>
                      <a:pt x="5755" y="692021"/>
                      <a:pt x="1564" y="725422"/>
                    </a:cubicBezTo>
                    <a:cubicBezTo>
                      <a:pt x="-6691" y="792605"/>
                      <a:pt x="18074" y="863852"/>
                      <a:pt x="67477" y="914525"/>
                    </a:cubicBezTo>
                    <a:cubicBezTo>
                      <a:pt x="115864" y="966468"/>
                      <a:pt x="191938" y="993392"/>
                      <a:pt x="264455" y="986407"/>
                    </a:cubicBezTo>
                    <a:cubicBezTo>
                      <a:pt x="337480" y="979422"/>
                      <a:pt x="401996" y="944497"/>
                      <a:pt x="454955" y="902333"/>
                    </a:cubicBezTo>
                    <a:cubicBezTo>
                      <a:pt x="481371" y="880743"/>
                      <a:pt x="505248" y="857121"/>
                      <a:pt x="527346" y="832229"/>
                    </a:cubicBezTo>
                    <a:lnTo>
                      <a:pt x="557699" y="797050"/>
                    </a:lnTo>
                    <a:cubicBezTo>
                      <a:pt x="567351" y="785493"/>
                      <a:pt x="577511" y="774825"/>
                      <a:pt x="587544" y="763776"/>
                    </a:cubicBezTo>
                    <a:cubicBezTo>
                      <a:pt x="627803" y="720088"/>
                      <a:pt x="670348" y="679067"/>
                      <a:pt x="715941" y="644269"/>
                    </a:cubicBezTo>
                    <a:cubicBezTo>
                      <a:pt x="761280" y="609344"/>
                      <a:pt x="810429" y="580769"/>
                      <a:pt x="860848" y="566037"/>
                    </a:cubicBezTo>
                    <a:cubicBezTo>
                      <a:pt x="885995" y="558798"/>
                      <a:pt x="911268" y="555369"/>
                      <a:pt x="935271" y="556893"/>
                    </a:cubicBezTo>
                    <a:cubicBezTo>
                      <a:pt x="947209" y="557528"/>
                      <a:pt x="958893" y="559433"/>
                      <a:pt x="969815" y="562481"/>
                    </a:cubicBezTo>
                    <a:cubicBezTo>
                      <a:pt x="973625" y="563497"/>
                      <a:pt x="977054" y="564894"/>
                      <a:pt x="980483" y="566164"/>
                    </a:cubicBezTo>
                    <a:cubicBezTo>
                      <a:pt x="989373" y="607693"/>
                      <a:pt x="998009" y="649222"/>
                      <a:pt x="1008677" y="690370"/>
                    </a:cubicBezTo>
                    <a:cubicBezTo>
                      <a:pt x="1017186" y="725295"/>
                      <a:pt x="1026076" y="760220"/>
                      <a:pt x="1035220" y="795018"/>
                    </a:cubicBezTo>
                    <a:cubicBezTo>
                      <a:pt x="1035220" y="795018"/>
                      <a:pt x="1035093" y="795018"/>
                      <a:pt x="1035093" y="795018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75" id="175"/>
              <p:cNvSpPr/>
              <p:nvPr/>
            </p:nvSpPr>
            <p:spPr>
              <a:xfrm flipH="false" flipV="false" rot="0">
                <a:off x="536957" y="849249"/>
                <a:ext cx="608459" cy="491617"/>
              </a:xfrm>
              <a:custGeom>
                <a:avLst/>
                <a:gdLst/>
                <a:ahLst/>
                <a:cxnLst/>
                <a:rect r="r" b="b" t="t" l="l"/>
                <a:pathLst>
                  <a:path h="491617" w="608459">
                    <a:moveTo>
                      <a:pt x="608459" y="87376"/>
                    </a:moveTo>
                    <a:cubicBezTo>
                      <a:pt x="545340" y="100330"/>
                      <a:pt x="485904" y="114300"/>
                      <a:pt x="427611" y="135763"/>
                    </a:cubicBezTo>
                    <a:cubicBezTo>
                      <a:pt x="369444" y="156718"/>
                      <a:pt x="313310" y="184023"/>
                      <a:pt x="261113" y="218186"/>
                    </a:cubicBezTo>
                    <a:cubicBezTo>
                      <a:pt x="208916" y="252349"/>
                      <a:pt x="160656" y="293116"/>
                      <a:pt x="116968" y="338963"/>
                    </a:cubicBezTo>
                    <a:cubicBezTo>
                      <a:pt x="73280" y="384937"/>
                      <a:pt x="36450" y="437261"/>
                      <a:pt x="2160" y="491617"/>
                    </a:cubicBezTo>
                    <a:lnTo>
                      <a:pt x="0" y="490474"/>
                    </a:lnTo>
                    <a:cubicBezTo>
                      <a:pt x="27814" y="432562"/>
                      <a:pt x="58929" y="375539"/>
                      <a:pt x="98172" y="323342"/>
                    </a:cubicBezTo>
                    <a:cubicBezTo>
                      <a:pt x="137415" y="271272"/>
                      <a:pt x="182500" y="223012"/>
                      <a:pt x="233427" y="180848"/>
                    </a:cubicBezTo>
                    <a:cubicBezTo>
                      <a:pt x="284354" y="138684"/>
                      <a:pt x="340742" y="102489"/>
                      <a:pt x="400433" y="72771"/>
                    </a:cubicBezTo>
                    <a:cubicBezTo>
                      <a:pt x="459869" y="42926"/>
                      <a:pt x="523623" y="19939"/>
                      <a:pt x="584456" y="0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76" id="176"/>
              <p:cNvSpPr/>
              <p:nvPr/>
            </p:nvSpPr>
            <p:spPr>
              <a:xfrm flipH="false" flipV="false" rot="0">
                <a:off x="544577" y="847598"/>
                <a:ext cx="139706" cy="408813"/>
              </a:xfrm>
              <a:custGeom>
                <a:avLst/>
                <a:gdLst/>
                <a:ahLst/>
                <a:cxnLst/>
                <a:rect r="r" b="b" t="t" l="l"/>
                <a:pathLst>
                  <a:path h="408813" w="139706">
                    <a:moveTo>
                      <a:pt x="0" y="0"/>
                    </a:moveTo>
                    <a:cubicBezTo>
                      <a:pt x="25020" y="2413"/>
                      <a:pt x="49658" y="9398"/>
                      <a:pt x="70486" y="23114"/>
                    </a:cubicBezTo>
                    <a:cubicBezTo>
                      <a:pt x="90552" y="37211"/>
                      <a:pt x="108205" y="54864"/>
                      <a:pt x="118365" y="75565"/>
                    </a:cubicBezTo>
                    <a:cubicBezTo>
                      <a:pt x="141098" y="116332"/>
                      <a:pt x="142495" y="161163"/>
                      <a:pt x="137034" y="201041"/>
                    </a:cubicBezTo>
                    <a:cubicBezTo>
                      <a:pt x="131319" y="241427"/>
                      <a:pt x="116714" y="278638"/>
                      <a:pt x="98807" y="312928"/>
                    </a:cubicBezTo>
                    <a:cubicBezTo>
                      <a:pt x="81535" y="347726"/>
                      <a:pt x="58675" y="378714"/>
                      <a:pt x="35815" y="408813"/>
                    </a:cubicBezTo>
                    <a:cubicBezTo>
                      <a:pt x="53595" y="375158"/>
                      <a:pt x="70613" y="341376"/>
                      <a:pt x="81535" y="305689"/>
                    </a:cubicBezTo>
                    <a:cubicBezTo>
                      <a:pt x="93219" y="270510"/>
                      <a:pt x="100712" y="233934"/>
                      <a:pt x="99696" y="198501"/>
                    </a:cubicBezTo>
                    <a:cubicBezTo>
                      <a:pt x="98934" y="163576"/>
                      <a:pt x="90552" y="128905"/>
                      <a:pt x="71121" y="105791"/>
                    </a:cubicBezTo>
                    <a:cubicBezTo>
                      <a:pt x="62485" y="93345"/>
                      <a:pt x="50039" y="85979"/>
                      <a:pt x="38355" y="80137"/>
                    </a:cubicBezTo>
                    <a:cubicBezTo>
                      <a:pt x="26036" y="74930"/>
                      <a:pt x="12827" y="74168"/>
                      <a:pt x="127" y="74803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77" id="177"/>
            <p:cNvGrpSpPr/>
            <p:nvPr/>
          </p:nvGrpSpPr>
          <p:grpSpPr>
            <a:xfrm rot="0">
              <a:off x="509285" y="723407"/>
              <a:ext cx="172029" cy="91937"/>
              <a:chOff x="0" y="0"/>
              <a:chExt cx="715048" cy="382143"/>
            </a:xfrm>
          </p:grpSpPr>
          <p:sp>
            <p:nvSpPr>
              <p:cNvPr name="Freeform 178" id="178"/>
              <p:cNvSpPr/>
              <p:nvPr/>
            </p:nvSpPr>
            <p:spPr>
              <a:xfrm flipH="false" flipV="false" rot="0">
                <a:off x="63500" y="63500"/>
                <a:ext cx="240028" cy="255141"/>
              </a:xfrm>
              <a:custGeom>
                <a:avLst/>
                <a:gdLst/>
                <a:ahLst/>
                <a:cxnLst/>
                <a:rect r="r" b="b" t="t" l="l"/>
                <a:pathLst>
                  <a:path h="255141" w="240028">
                    <a:moveTo>
                      <a:pt x="191641" y="207897"/>
                    </a:moveTo>
                    <a:cubicBezTo>
                      <a:pt x="186815" y="214247"/>
                      <a:pt x="179449" y="217422"/>
                      <a:pt x="169416" y="217422"/>
                    </a:cubicBezTo>
                    <a:lnTo>
                      <a:pt x="41274" y="217422"/>
                    </a:lnTo>
                    <a:lnTo>
                      <a:pt x="41274" y="146430"/>
                    </a:lnTo>
                    <a:lnTo>
                      <a:pt x="169416" y="146430"/>
                    </a:lnTo>
                    <a:cubicBezTo>
                      <a:pt x="179195" y="146430"/>
                      <a:pt x="186561" y="149859"/>
                      <a:pt x="191387" y="156717"/>
                    </a:cubicBezTo>
                    <a:cubicBezTo>
                      <a:pt x="196213" y="163575"/>
                      <a:pt x="198753" y="172338"/>
                      <a:pt x="198753" y="182879"/>
                    </a:cubicBezTo>
                    <a:cubicBezTo>
                      <a:pt x="198753" y="193165"/>
                      <a:pt x="196340" y="201547"/>
                      <a:pt x="191641" y="207897"/>
                    </a:cubicBezTo>
                    <a:moveTo>
                      <a:pt x="41274" y="37718"/>
                    </a:moveTo>
                    <a:lnTo>
                      <a:pt x="160272" y="37718"/>
                    </a:lnTo>
                    <a:cubicBezTo>
                      <a:pt x="169543" y="37718"/>
                      <a:pt x="176528" y="41147"/>
                      <a:pt x="181481" y="48259"/>
                    </a:cubicBezTo>
                    <a:cubicBezTo>
                      <a:pt x="186434" y="55371"/>
                      <a:pt x="188847" y="63753"/>
                      <a:pt x="188847" y="73786"/>
                    </a:cubicBezTo>
                    <a:cubicBezTo>
                      <a:pt x="188847" y="84073"/>
                      <a:pt x="186561" y="92455"/>
                      <a:pt x="181862" y="98805"/>
                    </a:cubicBezTo>
                    <a:cubicBezTo>
                      <a:pt x="177163" y="105155"/>
                      <a:pt x="170051" y="108330"/>
                      <a:pt x="160272" y="108330"/>
                    </a:cubicBezTo>
                    <a:lnTo>
                      <a:pt x="41274" y="108330"/>
                    </a:lnTo>
                    <a:close/>
                    <a:moveTo>
                      <a:pt x="207897" y="195197"/>
                    </a:moveTo>
                    <a:cubicBezTo>
                      <a:pt x="222756" y="183768"/>
                      <a:pt x="230122" y="166369"/>
                      <a:pt x="230122" y="142747"/>
                    </a:cubicBezTo>
                    <a:cubicBezTo>
                      <a:pt x="230122" y="129539"/>
                      <a:pt x="227455" y="117474"/>
                      <a:pt x="221994" y="106425"/>
                    </a:cubicBezTo>
                    <a:cubicBezTo>
                      <a:pt x="216533" y="95376"/>
                      <a:pt x="208532" y="86740"/>
                      <a:pt x="197991" y="80263"/>
                    </a:cubicBezTo>
                    <a:cubicBezTo>
                      <a:pt x="187450" y="73786"/>
                      <a:pt x="174877" y="0"/>
                      <a:pt x="160272" y="0"/>
                    </a:cubicBezTo>
                    <a:lnTo>
                      <a:pt x="0" y="0"/>
                    </a:lnTo>
                    <a:lnTo>
                      <a:pt x="0" y="255141"/>
                    </a:lnTo>
                    <a:lnTo>
                      <a:pt x="169416" y="255141"/>
                    </a:lnTo>
                    <a:cubicBezTo>
                      <a:pt x="184275" y="255141"/>
                      <a:pt x="196975" y="251966"/>
                      <a:pt x="207643" y="245489"/>
                    </a:cubicBezTo>
                    <a:cubicBezTo>
                      <a:pt x="218311" y="239012"/>
                      <a:pt x="226439" y="230249"/>
                      <a:pt x="231900" y="219327"/>
                    </a:cubicBezTo>
                    <a:cubicBezTo>
                      <a:pt x="237361" y="208405"/>
                      <a:pt x="240028" y="196086"/>
                      <a:pt x="240028" y="182625"/>
                    </a:cubicBezTo>
                    <a:cubicBezTo>
                      <a:pt x="240028" y="171449"/>
                      <a:pt x="237234" y="160527"/>
                      <a:pt x="231519" y="149478"/>
                    </a:cubicBezTo>
                    <a:cubicBezTo>
                      <a:pt x="225804" y="138429"/>
                      <a:pt x="217930" y="130174"/>
                      <a:pt x="207897" y="124713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179" id="179"/>
              <p:cNvSpPr/>
              <p:nvPr/>
            </p:nvSpPr>
            <p:spPr>
              <a:xfrm flipH="false" flipV="false" rot="0">
                <a:off x="409445" y="63500"/>
                <a:ext cx="242060" cy="255141"/>
              </a:xfrm>
              <a:custGeom>
                <a:avLst/>
                <a:gdLst/>
                <a:ahLst/>
                <a:cxnLst/>
                <a:rect r="r" b="b" t="t" l="l"/>
                <a:pathLst>
                  <a:path h="255141" w="242060">
                    <a:moveTo>
                      <a:pt x="121411" y="121792"/>
                    </a:moveTo>
                    <a:lnTo>
                      <a:pt x="46863" y="0"/>
                    </a:lnTo>
                    <a:lnTo>
                      <a:pt x="0" y="0"/>
                    </a:lnTo>
                    <a:lnTo>
                      <a:pt x="69850" y="115061"/>
                    </a:lnTo>
                    <a:cubicBezTo>
                      <a:pt x="72517" y="119506"/>
                      <a:pt x="75946" y="124586"/>
                      <a:pt x="80137" y="130174"/>
                    </a:cubicBezTo>
                    <a:lnTo>
                      <a:pt x="87248" y="140842"/>
                    </a:lnTo>
                    <a:cubicBezTo>
                      <a:pt x="94614" y="151383"/>
                      <a:pt x="99059" y="159765"/>
                      <a:pt x="100329" y="165861"/>
                    </a:cubicBezTo>
                    <a:lnTo>
                      <a:pt x="100329" y="167893"/>
                    </a:lnTo>
                    <a:lnTo>
                      <a:pt x="100329" y="173862"/>
                    </a:lnTo>
                    <a:lnTo>
                      <a:pt x="100329" y="184149"/>
                    </a:lnTo>
                    <a:lnTo>
                      <a:pt x="100329" y="255141"/>
                    </a:lnTo>
                    <a:lnTo>
                      <a:pt x="141731" y="255141"/>
                    </a:lnTo>
                    <a:lnTo>
                      <a:pt x="141731" y="167004"/>
                    </a:lnTo>
                    <a:lnTo>
                      <a:pt x="141350" y="165734"/>
                    </a:lnTo>
                    <a:cubicBezTo>
                      <a:pt x="142366" y="161543"/>
                      <a:pt x="146938" y="153161"/>
                      <a:pt x="154812" y="140715"/>
                    </a:cubicBezTo>
                    <a:lnTo>
                      <a:pt x="162305" y="129539"/>
                    </a:lnTo>
                    <a:cubicBezTo>
                      <a:pt x="167131" y="122935"/>
                      <a:pt x="170433" y="118109"/>
                      <a:pt x="172211" y="114934"/>
                    </a:cubicBezTo>
                    <a:lnTo>
                      <a:pt x="242060" y="0"/>
                    </a:lnTo>
                    <a:lnTo>
                      <a:pt x="194436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80" id="180"/>
            <p:cNvGrpSpPr/>
            <p:nvPr/>
          </p:nvGrpSpPr>
          <p:grpSpPr>
            <a:xfrm rot="0">
              <a:off x="544634" y="262368"/>
              <a:ext cx="242702" cy="257943"/>
              <a:chOff x="0" y="0"/>
              <a:chExt cx="1008812" cy="1072159"/>
            </a:xfrm>
          </p:grpSpPr>
          <p:sp>
            <p:nvSpPr>
              <p:cNvPr name="Freeform 181" id="181"/>
              <p:cNvSpPr/>
              <p:nvPr/>
            </p:nvSpPr>
            <p:spPr>
              <a:xfrm flipH="false" flipV="false" rot="0">
                <a:off x="0" y="0"/>
                <a:ext cx="1008761" cy="1072134"/>
              </a:xfrm>
              <a:custGeom>
                <a:avLst/>
                <a:gdLst/>
                <a:ahLst/>
                <a:cxnLst/>
                <a:rect r="r" b="b" t="t" l="l"/>
                <a:pathLst>
                  <a:path h="1072134" w="1008761">
                    <a:moveTo>
                      <a:pt x="835406" y="1072134"/>
                    </a:moveTo>
                    <a:lnTo>
                      <a:pt x="1008761" y="1072134"/>
                    </a:lnTo>
                    <a:lnTo>
                      <a:pt x="1008761" y="0"/>
                    </a:lnTo>
                    <a:lnTo>
                      <a:pt x="835406" y="0"/>
                    </a:lnTo>
                    <a:lnTo>
                      <a:pt x="835406" y="455168"/>
                    </a:lnTo>
                    <a:lnTo>
                      <a:pt x="173482" y="455168"/>
                    </a:lnTo>
                    <a:lnTo>
                      <a:pt x="173482" y="0"/>
                    </a:lnTo>
                    <a:lnTo>
                      <a:pt x="0" y="0"/>
                    </a:lnTo>
                    <a:lnTo>
                      <a:pt x="0" y="1072134"/>
                    </a:lnTo>
                    <a:lnTo>
                      <a:pt x="173482" y="1072134"/>
                    </a:lnTo>
                    <a:lnTo>
                      <a:pt x="173482" y="615315"/>
                    </a:lnTo>
                    <a:lnTo>
                      <a:pt x="835406" y="615315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744313" y="737443"/>
              <a:ext cx="59569" cy="63868"/>
              <a:chOff x="0" y="0"/>
              <a:chExt cx="247599" cy="265468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247650" cy="265430"/>
              </a:xfrm>
              <a:custGeom>
                <a:avLst/>
                <a:gdLst/>
                <a:ahLst/>
                <a:cxnLst/>
                <a:rect r="r" b="b" t="t" l="l"/>
                <a:pathLst>
                  <a:path h="265430" w="247650">
                    <a:moveTo>
                      <a:pt x="81280" y="53213"/>
                    </a:moveTo>
                    <a:cubicBezTo>
                      <a:pt x="93472" y="44450"/>
                      <a:pt x="107950" y="40132"/>
                      <a:pt x="124587" y="40132"/>
                    </a:cubicBezTo>
                    <a:cubicBezTo>
                      <a:pt x="143383" y="40132"/>
                      <a:pt x="159766" y="45847"/>
                      <a:pt x="173609" y="57404"/>
                    </a:cubicBezTo>
                    <a:cubicBezTo>
                      <a:pt x="187452" y="68961"/>
                      <a:pt x="196977" y="83566"/>
                      <a:pt x="201930" y="101219"/>
                    </a:cubicBezTo>
                    <a:lnTo>
                      <a:pt x="202692" y="104013"/>
                    </a:lnTo>
                    <a:lnTo>
                      <a:pt x="247650" y="104013"/>
                    </a:lnTo>
                    <a:lnTo>
                      <a:pt x="246888" y="99695"/>
                    </a:lnTo>
                    <a:cubicBezTo>
                      <a:pt x="242443" y="80645"/>
                      <a:pt x="234569" y="63627"/>
                      <a:pt x="223520" y="48514"/>
                    </a:cubicBezTo>
                    <a:cubicBezTo>
                      <a:pt x="212471" y="33401"/>
                      <a:pt x="198374" y="21590"/>
                      <a:pt x="181483" y="13081"/>
                    </a:cubicBezTo>
                    <a:cubicBezTo>
                      <a:pt x="164592" y="4572"/>
                      <a:pt x="145542" y="0"/>
                      <a:pt x="124587" y="0"/>
                    </a:cubicBezTo>
                    <a:cubicBezTo>
                      <a:pt x="99187" y="0"/>
                      <a:pt x="77089" y="6096"/>
                      <a:pt x="58166" y="18415"/>
                    </a:cubicBezTo>
                    <a:cubicBezTo>
                      <a:pt x="39243" y="30734"/>
                      <a:pt x="24765" y="47117"/>
                      <a:pt x="14859" y="67437"/>
                    </a:cubicBezTo>
                    <a:cubicBezTo>
                      <a:pt x="4953" y="87757"/>
                      <a:pt x="0" y="109601"/>
                      <a:pt x="0" y="132969"/>
                    </a:cubicBezTo>
                    <a:cubicBezTo>
                      <a:pt x="0" y="156337"/>
                      <a:pt x="4953" y="178054"/>
                      <a:pt x="14859" y="198247"/>
                    </a:cubicBezTo>
                    <a:cubicBezTo>
                      <a:pt x="24765" y="218440"/>
                      <a:pt x="39243" y="234823"/>
                      <a:pt x="58166" y="247015"/>
                    </a:cubicBezTo>
                    <a:cubicBezTo>
                      <a:pt x="77089" y="259207"/>
                      <a:pt x="99187" y="265430"/>
                      <a:pt x="124587" y="265430"/>
                    </a:cubicBezTo>
                    <a:cubicBezTo>
                      <a:pt x="145796" y="265430"/>
                      <a:pt x="164719" y="261112"/>
                      <a:pt x="181483" y="252476"/>
                    </a:cubicBezTo>
                    <a:cubicBezTo>
                      <a:pt x="198247" y="243840"/>
                      <a:pt x="212217" y="232029"/>
                      <a:pt x="223266" y="217043"/>
                    </a:cubicBezTo>
                    <a:cubicBezTo>
                      <a:pt x="234315" y="202057"/>
                      <a:pt x="242189" y="184785"/>
                      <a:pt x="246634" y="165481"/>
                    </a:cubicBezTo>
                    <a:lnTo>
                      <a:pt x="247396" y="161163"/>
                    </a:lnTo>
                    <a:lnTo>
                      <a:pt x="202819" y="161163"/>
                    </a:lnTo>
                    <a:lnTo>
                      <a:pt x="202057" y="163957"/>
                    </a:lnTo>
                    <a:cubicBezTo>
                      <a:pt x="197231" y="181610"/>
                      <a:pt x="187960" y="196215"/>
                      <a:pt x="173863" y="207518"/>
                    </a:cubicBezTo>
                    <a:cubicBezTo>
                      <a:pt x="159766" y="218821"/>
                      <a:pt x="143510" y="224663"/>
                      <a:pt x="124714" y="224663"/>
                    </a:cubicBezTo>
                    <a:cubicBezTo>
                      <a:pt x="108077" y="224663"/>
                      <a:pt x="93599" y="220218"/>
                      <a:pt x="81407" y="211582"/>
                    </a:cubicBezTo>
                    <a:cubicBezTo>
                      <a:pt x="69215" y="202946"/>
                      <a:pt x="59944" y="191389"/>
                      <a:pt x="53594" y="177292"/>
                    </a:cubicBezTo>
                    <a:cubicBezTo>
                      <a:pt x="47244" y="163195"/>
                      <a:pt x="44069" y="148209"/>
                      <a:pt x="44069" y="132588"/>
                    </a:cubicBezTo>
                    <a:cubicBezTo>
                      <a:pt x="44069" y="116713"/>
                      <a:pt x="47244" y="101727"/>
                      <a:pt x="53594" y="87503"/>
                    </a:cubicBezTo>
                    <a:cubicBezTo>
                      <a:pt x="59944" y="73279"/>
                      <a:pt x="69215" y="61849"/>
                      <a:pt x="81280" y="53213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84" id="184"/>
            <p:cNvGrpSpPr/>
            <p:nvPr/>
          </p:nvGrpSpPr>
          <p:grpSpPr>
            <a:xfrm rot="0">
              <a:off x="837769" y="738687"/>
              <a:ext cx="57754" cy="61384"/>
              <a:chOff x="0" y="0"/>
              <a:chExt cx="240055" cy="255143"/>
            </a:xfrm>
          </p:grpSpPr>
          <p:sp>
            <p:nvSpPr>
              <p:cNvPr name="Freeform 185" id="185"/>
              <p:cNvSpPr/>
              <p:nvPr/>
            </p:nvSpPr>
            <p:spPr>
              <a:xfrm flipH="false" flipV="false" rot="0">
                <a:off x="0" y="0"/>
                <a:ext cx="240030" cy="255143"/>
              </a:xfrm>
              <a:custGeom>
                <a:avLst/>
                <a:gdLst/>
                <a:ahLst/>
                <a:cxnLst/>
                <a:rect r="r" b="b" t="t" l="l"/>
                <a:pathLst>
                  <a:path h="255143" w="240030">
                    <a:moveTo>
                      <a:pt x="198755" y="108331"/>
                    </a:moveTo>
                    <a:lnTo>
                      <a:pt x="41275" y="108331"/>
                    </a:lnTo>
                    <a:lnTo>
                      <a:pt x="41275" y="0"/>
                    </a:lnTo>
                    <a:lnTo>
                      <a:pt x="0" y="0"/>
                    </a:lnTo>
                    <a:lnTo>
                      <a:pt x="0" y="255143"/>
                    </a:lnTo>
                    <a:lnTo>
                      <a:pt x="41275" y="255143"/>
                    </a:lnTo>
                    <a:lnTo>
                      <a:pt x="41275" y="146431"/>
                    </a:lnTo>
                    <a:lnTo>
                      <a:pt x="198755" y="146431"/>
                    </a:lnTo>
                    <a:lnTo>
                      <a:pt x="198755" y="255143"/>
                    </a:lnTo>
                    <a:lnTo>
                      <a:pt x="240030" y="255143"/>
                    </a:lnTo>
                    <a:lnTo>
                      <a:pt x="240030" y="0"/>
                    </a:lnTo>
                    <a:lnTo>
                      <a:pt x="198755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86" id="186"/>
            <p:cNvGrpSpPr/>
            <p:nvPr/>
          </p:nvGrpSpPr>
          <p:grpSpPr>
            <a:xfrm rot="0">
              <a:off x="932275" y="738685"/>
              <a:ext cx="56510" cy="61384"/>
              <a:chOff x="0" y="0"/>
              <a:chExt cx="234887" cy="255143"/>
            </a:xfrm>
          </p:grpSpPr>
          <p:sp>
            <p:nvSpPr>
              <p:cNvPr name="Freeform 187" id="187"/>
              <p:cNvSpPr/>
              <p:nvPr/>
            </p:nvSpPr>
            <p:spPr>
              <a:xfrm flipH="false" flipV="false" rot="0">
                <a:off x="0" y="0"/>
                <a:ext cx="234823" cy="255143"/>
              </a:xfrm>
              <a:custGeom>
                <a:avLst/>
                <a:gdLst/>
                <a:ahLst/>
                <a:cxnLst/>
                <a:rect r="r" b="b" t="t" l="l"/>
                <a:pathLst>
                  <a:path h="255143" w="234823">
                    <a:moveTo>
                      <a:pt x="0" y="255143"/>
                    </a:moveTo>
                    <a:lnTo>
                      <a:pt x="234823" y="255143"/>
                    </a:lnTo>
                    <a:lnTo>
                      <a:pt x="234823" y="217424"/>
                    </a:lnTo>
                    <a:lnTo>
                      <a:pt x="41275" y="217424"/>
                    </a:lnTo>
                    <a:lnTo>
                      <a:pt x="41275" y="146431"/>
                    </a:lnTo>
                    <a:lnTo>
                      <a:pt x="185293" y="146431"/>
                    </a:lnTo>
                    <a:lnTo>
                      <a:pt x="185293" y="108331"/>
                    </a:lnTo>
                    <a:lnTo>
                      <a:pt x="41275" y="108331"/>
                    </a:lnTo>
                    <a:lnTo>
                      <a:pt x="41275" y="37719"/>
                    </a:lnTo>
                    <a:lnTo>
                      <a:pt x="234823" y="37719"/>
                    </a:lnTo>
                    <a:lnTo>
                      <a:pt x="23482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1023822" y="738685"/>
              <a:ext cx="55366" cy="61384"/>
              <a:chOff x="0" y="0"/>
              <a:chExt cx="230137" cy="255143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230124" cy="255143"/>
              </a:xfrm>
              <a:custGeom>
                <a:avLst/>
                <a:gdLst/>
                <a:ahLst/>
                <a:cxnLst/>
                <a:rect r="r" b="b" t="t" l="l"/>
                <a:pathLst>
                  <a:path h="255143" w="230124">
                    <a:moveTo>
                      <a:pt x="0" y="255143"/>
                    </a:moveTo>
                    <a:lnTo>
                      <a:pt x="41275" y="255143"/>
                    </a:lnTo>
                    <a:lnTo>
                      <a:pt x="41275" y="146431"/>
                    </a:lnTo>
                    <a:lnTo>
                      <a:pt x="180467" y="146431"/>
                    </a:lnTo>
                    <a:lnTo>
                      <a:pt x="180467" y="108331"/>
                    </a:lnTo>
                    <a:lnTo>
                      <a:pt x="41275" y="108331"/>
                    </a:lnTo>
                    <a:lnTo>
                      <a:pt x="41275" y="37719"/>
                    </a:lnTo>
                    <a:lnTo>
                      <a:pt x="230124" y="37719"/>
                    </a:lnTo>
                    <a:lnTo>
                      <a:pt x="2301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90" id="190"/>
            <p:cNvGrpSpPr/>
            <p:nvPr/>
          </p:nvGrpSpPr>
          <p:grpSpPr>
            <a:xfrm rot="0">
              <a:off x="941771" y="262368"/>
              <a:ext cx="237485" cy="38111"/>
              <a:chOff x="0" y="0"/>
              <a:chExt cx="987120" cy="158407"/>
            </a:xfrm>
          </p:grpSpPr>
          <p:sp>
            <p:nvSpPr>
              <p:cNvPr name="Freeform 191" id="191"/>
              <p:cNvSpPr/>
              <p:nvPr/>
            </p:nvSpPr>
            <p:spPr>
              <a:xfrm flipH="false" flipV="false" rot="0">
                <a:off x="0" y="0"/>
                <a:ext cx="987171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987171">
                    <a:moveTo>
                      <a:pt x="0" y="158369"/>
                    </a:moveTo>
                    <a:lnTo>
                      <a:pt x="987171" y="158369"/>
                    </a:lnTo>
                    <a:lnTo>
                      <a:pt x="987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92" id="192"/>
            <p:cNvGrpSpPr/>
            <p:nvPr/>
          </p:nvGrpSpPr>
          <p:grpSpPr>
            <a:xfrm rot="0">
              <a:off x="941771" y="372287"/>
              <a:ext cx="237485" cy="38111"/>
              <a:chOff x="0" y="0"/>
              <a:chExt cx="987120" cy="158407"/>
            </a:xfrm>
          </p:grpSpPr>
          <p:sp>
            <p:nvSpPr>
              <p:cNvPr name="Freeform 193" id="193"/>
              <p:cNvSpPr/>
              <p:nvPr/>
            </p:nvSpPr>
            <p:spPr>
              <a:xfrm flipH="false" flipV="false" rot="0">
                <a:off x="0" y="0"/>
                <a:ext cx="987171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987171">
                    <a:moveTo>
                      <a:pt x="0" y="158369"/>
                    </a:moveTo>
                    <a:lnTo>
                      <a:pt x="987171" y="158369"/>
                    </a:lnTo>
                    <a:lnTo>
                      <a:pt x="987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94" id="194"/>
            <p:cNvGrpSpPr/>
            <p:nvPr/>
          </p:nvGrpSpPr>
          <p:grpSpPr>
            <a:xfrm rot="0">
              <a:off x="941771" y="482201"/>
              <a:ext cx="237485" cy="38111"/>
              <a:chOff x="0" y="0"/>
              <a:chExt cx="987120" cy="158407"/>
            </a:xfrm>
          </p:grpSpPr>
          <p:sp>
            <p:nvSpPr>
              <p:cNvPr name="Freeform 195" id="195"/>
              <p:cNvSpPr/>
              <p:nvPr/>
            </p:nvSpPr>
            <p:spPr>
              <a:xfrm flipH="false" flipV="false" rot="0">
                <a:off x="0" y="0"/>
                <a:ext cx="987171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987171">
                    <a:moveTo>
                      <a:pt x="0" y="158369"/>
                    </a:moveTo>
                    <a:lnTo>
                      <a:pt x="987171" y="158369"/>
                    </a:lnTo>
                    <a:lnTo>
                      <a:pt x="987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96" id="196"/>
            <p:cNvGrpSpPr/>
            <p:nvPr/>
          </p:nvGrpSpPr>
          <p:grpSpPr>
            <a:xfrm rot="0">
              <a:off x="1161668" y="738687"/>
              <a:ext cx="58893" cy="61384"/>
              <a:chOff x="0" y="0"/>
              <a:chExt cx="244792" cy="255143"/>
            </a:xfrm>
          </p:grpSpPr>
          <p:sp>
            <p:nvSpPr>
              <p:cNvPr name="Freeform 197" id="197"/>
              <p:cNvSpPr/>
              <p:nvPr/>
            </p:nvSpPr>
            <p:spPr>
              <a:xfrm flipH="false" flipV="false" rot="0">
                <a:off x="0" y="0"/>
                <a:ext cx="244856" cy="255143"/>
              </a:xfrm>
              <a:custGeom>
                <a:avLst/>
                <a:gdLst/>
                <a:ahLst/>
                <a:cxnLst/>
                <a:rect r="r" b="b" t="t" l="l"/>
                <a:pathLst>
                  <a:path h="255143" w="244856">
                    <a:moveTo>
                      <a:pt x="191389" y="171831"/>
                    </a:moveTo>
                    <a:cubicBezTo>
                      <a:pt x="184912" y="185547"/>
                      <a:pt x="175641" y="196596"/>
                      <a:pt x="163449" y="204978"/>
                    </a:cubicBezTo>
                    <a:cubicBezTo>
                      <a:pt x="151257" y="213360"/>
                      <a:pt x="136906" y="217424"/>
                      <a:pt x="120269" y="217424"/>
                    </a:cubicBezTo>
                    <a:lnTo>
                      <a:pt x="41275" y="217424"/>
                    </a:lnTo>
                    <a:lnTo>
                      <a:pt x="41275" y="37719"/>
                    </a:lnTo>
                    <a:lnTo>
                      <a:pt x="120269" y="37719"/>
                    </a:lnTo>
                    <a:cubicBezTo>
                      <a:pt x="136906" y="37719"/>
                      <a:pt x="151384" y="41910"/>
                      <a:pt x="163449" y="50165"/>
                    </a:cubicBezTo>
                    <a:cubicBezTo>
                      <a:pt x="175514" y="58420"/>
                      <a:pt x="184912" y="69469"/>
                      <a:pt x="191389" y="83312"/>
                    </a:cubicBezTo>
                    <a:cubicBezTo>
                      <a:pt x="197866" y="97155"/>
                      <a:pt x="201168" y="111887"/>
                      <a:pt x="201168" y="127762"/>
                    </a:cubicBezTo>
                    <a:cubicBezTo>
                      <a:pt x="201168" y="143383"/>
                      <a:pt x="197866" y="158115"/>
                      <a:pt x="191389" y="171831"/>
                    </a:cubicBezTo>
                    <a:moveTo>
                      <a:pt x="185928" y="17272"/>
                    </a:moveTo>
                    <a:cubicBezTo>
                      <a:pt x="167005" y="5715"/>
                      <a:pt x="145034" y="0"/>
                      <a:pt x="120269" y="0"/>
                    </a:cubicBezTo>
                    <a:lnTo>
                      <a:pt x="0" y="0"/>
                    </a:lnTo>
                    <a:lnTo>
                      <a:pt x="0" y="255143"/>
                    </a:lnTo>
                    <a:lnTo>
                      <a:pt x="120269" y="255143"/>
                    </a:lnTo>
                    <a:cubicBezTo>
                      <a:pt x="145161" y="255143"/>
                      <a:pt x="167005" y="249301"/>
                      <a:pt x="185928" y="237617"/>
                    </a:cubicBezTo>
                    <a:cubicBezTo>
                      <a:pt x="204851" y="225933"/>
                      <a:pt x="219456" y="210312"/>
                      <a:pt x="229616" y="190754"/>
                    </a:cubicBezTo>
                    <a:cubicBezTo>
                      <a:pt x="239776" y="171196"/>
                      <a:pt x="244856" y="149987"/>
                      <a:pt x="244856" y="127254"/>
                    </a:cubicBezTo>
                    <a:cubicBezTo>
                      <a:pt x="244856" y="104267"/>
                      <a:pt x="239776" y="83058"/>
                      <a:pt x="229616" y="63627"/>
                    </a:cubicBezTo>
                    <a:cubicBezTo>
                      <a:pt x="219456" y="44196"/>
                      <a:pt x="204851" y="28702"/>
                      <a:pt x="185928" y="17145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198" id="198"/>
            <p:cNvGrpSpPr/>
            <p:nvPr/>
          </p:nvGrpSpPr>
          <p:grpSpPr>
            <a:xfrm rot="0">
              <a:off x="1254453" y="738685"/>
              <a:ext cx="55366" cy="62623"/>
              <a:chOff x="0" y="0"/>
              <a:chExt cx="230137" cy="260299"/>
            </a:xfrm>
          </p:grpSpPr>
          <p:sp>
            <p:nvSpPr>
              <p:cNvPr name="Freeform 199" id="199"/>
              <p:cNvSpPr/>
              <p:nvPr/>
            </p:nvSpPr>
            <p:spPr>
              <a:xfrm flipH="false" flipV="false" rot="0">
                <a:off x="0" y="0"/>
                <a:ext cx="229997" cy="260350"/>
              </a:xfrm>
              <a:custGeom>
                <a:avLst/>
                <a:gdLst/>
                <a:ahLst/>
                <a:cxnLst/>
                <a:rect r="r" b="b" t="t" l="l"/>
                <a:pathLst>
                  <a:path h="260350" w="229997">
                    <a:moveTo>
                      <a:pt x="188849" y="132969"/>
                    </a:moveTo>
                    <a:cubicBezTo>
                      <a:pt x="188849" y="147447"/>
                      <a:pt x="185928" y="161417"/>
                      <a:pt x="180340" y="174752"/>
                    </a:cubicBezTo>
                    <a:cubicBezTo>
                      <a:pt x="174752" y="188087"/>
                      <a:pt x="166243" y="198882"/>
                      <a:pt x="154940" y="207137"/>
                    </a:cubicBezTo>
                    <a:cubicBezTo>
                      <a:pt x="143637" y="215392"/>
                      <a:pt x="130429" y="219456"/>
                      <a:pt x="115062" y="219456"/>
                    </a:cubicBezTo>
                    <a:cubicBezTo>
                      <a:pt x="99695" y="219456"/>
                      <a:pt x="86360" y="215265"/>
                      <a:pt x="75184" y="207137"/>
                    </a:cubicBezTo>
                    <a:cubicBezTo>
                      <a:pt x="64008" y="199009"/>
                      <a:pt x="55499" y="188214"/>
                      <a:pt x="49784" y="175006"/>
                    </a:cubicBezTo>
                    <a:cubicBezTo>
                      <a:pt x="44069" y="161798"/>
                      <a:pt x="41275" y="147828"/>
                      <a:pt x="41275" y="132969"/>
                    </a:cubicBezTo>
                    <a:lnTo>
                      <a:pt x="41275" y="0"/>
                    </a:lnTo>
                    <a:lnTo>
                      <a:pt x="0" y="0"/>
                    </a:lnTo>
                    <a:lnTo>
                      <a:pt x="0" y="132969"/>
                    </a:lnTo>
                    <a:cubicBezTo>
                      <a:pt x="0" y="154686"/>
                      <a:pt x="4445" y="175260"/>
                      <a:pt x="13462" y="194691"/>
                    </a:cubicBezTo>
                    <a:cubicBezTo>
                      <a:pt x="22479" y="214122"/>
                      <a:pt x="35687" y="229870"/>
                      <a:pt x="53086" y="242062"/>
                    </a:cubicBezTo>
                    <a:cubicBezTo>
                      <a:pt x="70485" y="254254"/>
                      <a:pt x="91186" y="260350"/>
                      <a:pt x="115062" y="260350"/>
                    </a:cubicBezTo>
                    <a:cubicBezTo>
                      <a:pt x="138938" y="260350"/>
                      <a:pt x="159512" y="254254"/>
                      <a:pt x="176911" y="242062"/>
                    </a:cubicBezTo>
                    <a:cubicBezTo>
                      <a:pt x="194310" y="229870"/>
                      <a:pt x="207645" y="214122"/>
                      <a:pt x="216535" y="194691"/>
                    </a:cubicBezTo>
                    <a:cubicBezTo>
                      <a:pt x="225425" y="175260"/>
                      <a:pt x="229997" y="154686"/>
                      <a:pt x="229997" y="132969"/>
                    </a:cubicBezTo>
                    <a:lnTo>
                      <a:pt x="229997" y="0"/>
                    </a:lnTo>
                    <a:lnTo>
                      <a:pt x="188849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00" id="200"/>
            <p:cNvGrpSpPr/>
            <p:nvPr/>
          </p:nvGrpSpPr>
          <p:grpSpPr>
            <a:xfrm rot="0">
              <a:off x="1345425" y="738687"/>
              <a:ext cx="45822" cy="62623"/>
              <a:chOff x="0" y="0"/>
              <a:chExt cx="190462" cy="260299"/>
            </a:xfrm>
          </p:grpSpPr>
          <p:sp>
            <p:nvSpPr>
              <p:cNvPr name="Freeform 201" id="201"/>
              <p:cNvSpPr/>
              <p:nvPr/>
            </p:nvSpPr>
            <p:spPr>
              <a:xfrm flipH="false" flipV="false" rot="0">
                <a:off x="0" y="0"/>
                <a:ext cx="190500" cy="260096"/>
              </a:xfrm>
              <a:custGeom>
                <a:avLst/>
                <a:gdLst/>
                <a:ahLst/>
                <a:cxnLst/>
                <a:rect r="r" b="b" t="t" l="l"/>
                <a:pathLst>
                  <a:path h="260096" w="190500">
                    <a:moveTo>
                      <a:pt x="149225" y="159131"/>
                    </a:moveTo>
                    <a:cubicBezTo>
                      <a:pt x="149225" y="169418"/>
                      <a:pt x="147066" y="179197"/>
                      <a:pt x="142621" y="188468"/>
                    </a:cubicBezTo>
                    <a:cubicBezTo>
                      <a:pt x="138176" y="197739"/>
                      <a:pt x="131953" y="205232"/>
                      <a:pt x="123825" y="210820"/>
                    </a:cubicBezTo>
                    <a:cubicBezTo>
                      <a:pt x="115697" y="216408"/>
                      <a:pt x="106045" y="219329"/>
                      <a:pt x="95250" y="219329"/>
                    </a:cubicBezTo>
                    <a:cubicBezTo>
                      <a:pt x="80391" y="219329"/>
                      <a:pt x="68199" y="214376"/>
                      <a:pt x="58547" y="204470"/>
                    </a:cubicBezTo>
                    <a:cubicBezTo>
                      <a:pt x="48895" y="194564"/>
                      <a:pt x="43053" y="182372"/>
                      <a:pt x="41275" y="167767"/>
                    </a:cubicBezTo>
                    <a:lnTo>
                      <a:pt x="40894" y="164211"/>
                    </a:lnTo>
                    <a:lnTo>
                      <a:pt x="0" y="164211"/>
                    </a:lnTo>
                    <a:lnTo>
                      <a:pt x="381" y="168148"/>
                    </a:lnTo>
                    <a:cubicBezTo>
                      <a:pt x="1651" y="184785"/>
                      <a:pt x="6350" y="200152"/>
                      <a:pt x="14224" y="214122"/>
                    </a:cubicBezTo>
                    <a:cubicBezTo>
                      <a:pt x="22098" y="228092"/>
                      <a:pt x="33020" y="239268"/>
                      <a:pt x="46990" y="247650"/>
                    </a:cubicBezTo>
                    <a:cubicBezTo>
                      <a:pt x="60960" y="256032"/>
                      <a:pt x="76962" y="260096"/>
                      <a:pt x="95250" y="260096"/>
                    </a:cubicBezTo>
                    <a:cubicBezTo>
                      <a:pt x="114554" y="260096"/>
                      <a:pt x="131445" y="255397"/>
                      <a:pt x="145796" y="245872"/>
                    </a:cubicBezTo>
                    <a:cubicBezTo>
                      <a:pt x="160147" y="236347"/>
                      <a:pt x="171323" y="223774"/>
                      <a:pt x="178943" y="208407"/>
                    </a:cubicBezTo>
                    <a:cubicBezTo>
                      <a:pt x="186563" y="193040"/>
                      <a:pt x="190500" y="176403"/>
                      <a:pt x="190500" y="159004"/>
                    </a:cubicBezTo>
                    <a:lnTo>
                      <a:pt x="190500" y="0"/>
                    </a:lnTo>
                    <a:lnTo>
                      <a:pt x="149225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02" id="202"/>
            <p:cNvGrpSpPr/>
            <p:nvPr/>
          </p:nvGrpSpPr>
          <p:grpSpPr>
            <a:xfrm rot="0">
              <a:off x="1428003" y="738685"/>
              <a:ext cx="56510" cy="61384"/>
              <a:chOff x="0" y="0"/>
              <a:chExt cx="234887" cy="255143"/>
            </a:xfrm>
          </p:grpSpPr>
          <p:sp>
            <p:nvSpPr>
              <p:cNvPr name="Freeform 203" id="203"/>
              <p:cNvSpPr/>
              <p:nvPr/>
            </p:nvSpPr>
            <p:spPr>
              <a:xfrm flipH="false" flipV="false" rot="0">
                <a:off x="0" y="0"/>
                <a:ext cx="234823" cy="255143"/>
              </a:xfrm>
              <a:custGeom>
                <a:avLst/>
                <a:gdLst/>
                <a:ahLst/>
                <a:cxnLst/>
                <a:rect r="r" b="b" t="t" l="l"/>
                <a:pathLst>
                  <a:path h="255143" w="234823">
                    <a:moveTo>
                      <a:pt x="0" y="255143"/>
                    </a:moveTo>
                    <a:lnTo>
                      <a:pt x="234823" y="255143"/>
                    </a:lnTo>
                    <a:lnTo>
                      <a:pt x="234823" y="217424"/>
                    </a:lnTo>
                    <a:lnTo>
                      <a:pt x="41275" y="217424"/>
                    </a:lnTo>
                    <a:lnTo>
                      <a:pt x="41275" y="146431"/>
                    </a:lnTo>
                    <a:lnTo>
                      <a:pt x="185293" y="146431"/>
                    </a:lnTo>
                    <a:lnTo>
                      <a:pt x="185293" y="108331"/>
                    </a:lnTo>
                    <a:lnTo>
                      <a:pt x="41275" y="108331"/>
                    </a:lnTo>
                    <a:lnTo>
                      <a:pt x="41275" y="37719"/>
                    </a:lnTo>
                    <a:lnTo>
                      <a:pt x="234823" y="37719"/>
                    </a:lnTo>
                    <a:lnTo>
                      <a:pt x="23482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04" id="204"/>
            <p:cNvGrpSpPr/>
            <p:nvPr/>
          </p:nvGrpSpPr>
          <p:grpSpPr>
            <a:xfrm rot="0">
              <a:off x="1304005" y="260368"/>
              <a:ext cx="269571" cy="259944"/>
              <a:chOff x="0" y="0"/>
              <a:chExt cx="1120496" cy="1080478"/>
            </a:xfrm>
          </p:grpSpPr>
          <p:sp>
            <p:nvSpPr>
              <p:cNvPr name="Freeform 205" id="205"/>
              <p:cNvSpPr/>
              <p:nvPr/>
            </p:nvSpPr>
            <p:spPr>
              <a:xfrm flipH="false" flipV="false" rot="0">
                <a:off x="0" y="0"/>
                <a:ext cx="1120521" cy="1080516"/>
              </a:xfrm>
              <a:custGeom>
                <a:avLst/>
                <a:gdLst/>
                <a:ahLst/>
                <a:cxnLst/>
                <a:rect r="r" b="b" t="t" l="l"/>
                <a:pathLst>
                  <a:path h="1080516" w="1120521">
                    <a:moveTo>
                      <a:pt x="1120521" y="0"/>
                    </a:moveTo>
                    <a:lnTo>
                      <a:pt x="933704" y="0"/>
                    </a:lnTo>
                    <a:lnTo>
                      <a:pt x="553593" y="852043"/>
                    </a:lnTo>
                    <a:lnTo>
                      <a:pt x="183388" y="0"/>
                    </a:lnTo>
                    <a:lnTo>
                      <a:pt x="0" y="0"/>
                    </a:lnTo>
                    <a:lnTo>
                      <a:pt x="466852" y="1080516"/>
                    </a:lnTo>
                    <a:lnTo>
                      <a:pt x="636905" y="1080516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06" id="206"/>
            <p:cNvGrpSpPr/>
            <p:nvPr/>
          </p:nvGrpSpPr>
          <p:grpSpPr>
            <a:xfrm rot="0">
              <a:off x="1568138" y="738687"/>
              <a:ext cx="58895" cy="61384"/>
              <a:chOff x="0" y="0"/>
              <a:chExt cx="244805" cy="255143"/>
            </a:xfrm>
          </p:grpSpPr>
          <p:sp>
            <p:nvSpPr>
              <p:cNvPr name="Freeform 207" id="207"/>
              <p:cNvSpPr/>
              <p:nvPr/>
            </p:nvSpPr>
            <p:spPr>
              <a:xfrm flipH="false" flipV="false" rot="0">
                <a:off x="0" y="0"/>
                <a:ext cx="244856" cy="255143"/>
              </a:xfrm>
              <a:custGeom>
                <a:avLst/>
                <a:gdLst/>
                <a:ahLst/>
                <a:cxnLst/>
                <a:rect r="r" b="b" t="t" l="l"/>
                <a:pathLst>
                  <a:path h="255143" w="244856">
                    <a:moveTo>
                      <a:pt x="196596" y="98806"/>
                    </a:moveTo>
                    <a:cubicBezTo>
                      <a:pt x="191897" y="105156"/>
                      <a:pt x="184785" y="108331"/>
                      <a:pt x="175006" y="108331"/>
                    </a:cubicBezTo>
                    <a:lnTo>
                      <a:pt x="41275" y="108331"/>
                    </a:lnTo>
                    <a:lnTo>
                      <a:pt x="41275" y="37719"/>
                    </a:lnTo>
                    <a:lnTo>
                      <a:pt x="175006" y="37719"/>
                    </a:lnTo>
                    <a:cubicBezTo>
                      <a:pt x="184277" y="37719"/>
                      <a:pt x="191262" y="41148"/>
                      <a:pt x="196215" y="48260"/>
                    </a:cubicBezTo>
                    <a:cubicBezTo>
                      <a:pt x="201168" y="55372"/>
                      <a:pt x="203581" y="63754"/>
                      <a:pt x="203581" y="73787"/>
                    </a:cubicBezTo>
                    <a:cubicBezTo>
                      <a:pt x="203581" y="84074"/>
                      <a:pt x="201295" y="92456"/>
                      <a:pt x="196596" y="98806"/>
                    </a:cubicBezTo>
                    <a:moveTo>
                      <a:pt x="212852" y="9906"/>
                    </a:moveTo>
                    <a:cubicBezTo>
                      <a:pt x="202438" y="3302"/>
                      <a:pt x="189738" y="0"/>
                      <a:pt x="175006" y="0"/>
                    </a:cubicBezTo>
                    <a:lnTo>
                      <a:pt x="0" y="0"/>
                    </a:lnTo>
                    <a:lnTo>
                      <a:pt x="0" y="255143"/>
                    </a:lnTo>
                    <a:lnTo>
                      <a:pt x="41275" y="255143"/>
                    </a:lnTo>
                    <a:lnTo>
                      <a:pt x="41275" y="146431"/>
                    </a:lnTo>
                    <a:lnTo>
                      <a:pt x="175006" y="146431"/>
                    </a:lnTo>
                    <a:cubicBezTo>
                      <a:pt x="197231" y="146431"/>
                      <a:pt x="214376" y="139446"/>
                      <a:pt x="226568" y="125603"/>
                    </a:cubicBezTo>
                    <a:cubicBezTo>
                      <a:pt x="238760" y="111760"/>
                      <a:pt x="244856" y="94361"/>
                      <a:pt x="244856" y="73406"/>
                    </a:cubicBezTo>
                    <a:cubicBezTo>
                      <a:pt x="244856" y="59944"/>
                      <a:pt x="242189" y="47625"/>
                      <a:pt x="236728" y="36449"/>
                    </a:cubicBezTo>
                    <a:cubicBezTo>
                      <a:pt x="231267" y="25273"/>
                      <a:pt x="223266" y="16510"/>
                      <a:pt x="212852" y="990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08" id="208"/>
            <p:cNvGrpSpPr/>
            <p:nvPr/>
          </p:nvGrpSpPr>
          <p:grpSpPr>
            <a:xfrm rot="0">
              <a:off x="1660258" y="738687"/>
              <a:ext cx="9927" cy="61384"/>
              <a:chOff x="0" y="0"/>
              <a:chExt cx="41262" cy="255143"/>
            </a:xfrm>
          </p:grpSpPr>
          <p:sp>
            <p:nvSpPr>
              <p:cNvPr name="Freeform 209" id="209"/>
              <p:cNvSpPr/>
              <p:nvPr/>
            </p:nvSpPr>
            <p:spPr>
              <a:xfrm flipH="false" flipV="false" rot="0">
                <a:off x="0" y="0"/>
                <a:ext cx="41275" cy="255143"/>
              </a:xfrm>
              <a:custGeom>
                <a:avLst/>
                <a:gdLst/>
                <a:ahLst/>
                <a:cxnLst/>
                <a:rect r="r" b="b" t="t" l="l"/>
                <a:pathLst>
                  <a:path h="255143" w="41275">
                    <a:moveTo>
                      <a:pt x="0" y="255143"/>
                    </a:moveTo>
                    <a:lnTo>
                      <a:pt x="41275" y="255143"/>
                    </a:lnTo>
                    <a:lnTo>
                      <a:pt x="412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10" id="210"/>
            <p:cNvGrpSpPr/>
            <p:nvPr/>
          </p:nvGrpSpPr>
          <p:grpSpPr>
            <a:xfrm rot="0">
              <a:off x="1659419" y="260368"/>
              <a:ext cx="269575" cy="259944"/>
              <a:chOff x="0" y="0"/>
              <a:chExt cx="1120508" cy="1080478"/>
            </a:xfrm>
          </p:grpSpPr>
          <p:sp>
            <p:nvSpPr>
              <p:cNvPr name="Freeform 211" id="211"/>
              <p:cNvSpPr/>
              <p:nvPr/>
            </p:nvSpPr>
            <p:spPr>
              <a:xfrm flipH="false" flipV="false" rot="0">
                <a:off x="0" y="0"/>
                <a:ext cx="1120520" cy="1080516"/>
              </a:xfrm>
              <a:custGeom>
                <a:avLst/>
                <a:gdLst/>
                <a:ahLst/>
                <a:cxnLst/>
                <a:rect r="r" b="b" t="t" l="l"/>
                <a:pathLst>
                  <a:path h="1080516" w="1120520">
                    <a:moveTo>
                      <a:pt x="1120520" y="1080516"/>
                    </a:moveTo>
                    <a:lnTo>
                      <a:pt x="637032" y="0"/>
                    </a:lnTo>
                    <a:lnTo>
                      <a:pt x="466852" y="0"/>
                    </a:lnTo>
                    <a:lnTo>
                      <a:pt x="0" y="1080516"/>
                    </a:lnTo>
                    <a:lnTo>
                      <a:pt x="183388" y="1080516"/>
                    </a:lnTo>
                    <a:lnTo>
                      <a:pt x="303530" y="802005"/>
                    </a:lnTo>
                    <a:lnTo>
                      <a:pt x="363601" y="645287"/>
                    </a:lnTo>
                    <a:lnTo>
                      <a:pt x="553593" y="198374"/>
                    </a:lnTo>
                    <a:lnTo>
                      <a:pt x="753744" y="645287"/>
                    </a:lnTo>
                    <a:lnTo>
                      <a:pt x="810386" y="802005"/>
                    </a:lnTo>
                    <a:lnTo>
                      <a:pt x="933830" y="1080516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12" id="212"/>
            <p:cNvGrpSpPr/>
            <p:nvPr/>
          </p:nvGrpSpPr>
          <p:grpSpPr>
            <a:xfrm rot="0">
              <a:off x="1688701" y="722165"/>
              <a:ext cx="262811" cy="94421"/>
              <a:chOff x="0" y="0"/>
              <a:chExt cx="1092390" cy="392468"/>
            </a:xfrm>
          </p:grpSpPr>
          <p:sp>
            <p:nvSpPr>
              <p:cNvPr name="Freeform 213" id="213"/>
              <p:cNvSpPr/>
              <p:nvPr/>
            </p:nvSpPr>
            <p:spPr>
              <a:xfrm flipH="false" flipV="false" rot="0">
                <a:off x="63500" y="63500"/>
                <a:ext cx="230124" cy="265429"/>
              </a:xfrm>
              <a:custGeom>
                <a:avLst/>
                <a:gdLst/>
                <a:ahLst/>
                <a:cxnLst/>
                <a:rect r="r" b="b" t="t" l="l"/>
                <a:pathLst>
                  <a:path h="265429" w="230124">
                    <a:moveTo>
                      <a:pt x="197231" y="125603"/>
                    </a:moveTo>
                    <a:cubicBezTo>
                      <a:pt x="175260" y="115951"/>
                      <a:pt x="147320" y="111125"/>
                      <a:pt x="113538" y="111125"/>
                    </a:cubicBezTo>
                    <a:cubicBezTo>
                      <a:pt x="95250" y="111125"/>
                      <a:pt x="80645" y="108966"/>
                      <a:pt x="69469" y="104775"/>
                    </a:cubicBezTo>
                    <a:cubicBezTo>
                      <a:pt x="54102" y="98933"/>
                      <a:pt x="46482" y="89535"/>
                      <a:pt x="46482" y="76581"/>
                    </a:cubicBezTo>
                    <a:cubicBezTo>
                      <a:pt x="46482" y="63119"/>
                      <a:pt x="53086" y="53213"/>
                      <a:pt x="66294" y="46990"/>
                    </a:cubicBezTo>
                    <a:cubicBezTo>
                      <a:pt x="79502" y="40767"/>
                      <a:pt x="94869" y="37719"/>
                      <a:pt x="112268" y="37719"/>
                    </a:cubicBezTo>
                    <a:cubicBezTo>
                      <a:pt x="128651" y="37719"/>
                      <a:pt x="144018" y="40386"/>
                      <a:pt x="158242" y="45847"/>
                    </a:cubicBezTo>
                    <a:cubicBezTo>
                      <a:pt x="172466" y="51308"/>
                      <a:pt x="180848" y="59944"/>
                      <a:pt x="183261" y="71882"/>
                    </a:cubicBezTo>
                    <a:lnTo>
                      <a:pt x="184023" y="74676"/>
                    </a:lnTo>
                    <a:lnTo>
                      <a:pt x="225298" y="74676"/>
                    </a:lnTo>
                    <a:lnTo>
                      <a:pt x="224409" y="70358"/>
                    </a:lnTo>
                    <a:cubicBezTo>
                      <a:pt x="221234" y="45720"/>
                      <a:pt x="208280" y="27940"/>
                      <a:pt x="185547" y="16764"/>
                    </a:cubicBezTo>
                    <a:cubicBezTo>
                      <a:pt x="162814" y="5588"/>
                      <a:pt x="137414" y="0"/>
                      <a:pt x="109093" y="0"/>
                    </a:cubicBezTo>
                    <a:cubicBezTo>
                      <a:pt x="79756" y="0"/>
                      <a:pt x="55118" y="6223"/>
                      <a:pt x="35052" y="18796"/>
                    </a:cubicBezTo>
                    <a:cubicBezTo>
                      <a:pt x="14986" y="31369"/>
                      <a:pt x="5207" y="51181"/>
                      <a:pt x="5207" y="78232"/>
                    </a:cubicBezTo>
                    <a:cubicBezTo>
                      <a:pt x="5207" y="106807"/>
                      <a:pt x="15494" y="125730"/>
                      <a:pt x="35941" y="135001"/>
                    </a:cubicBezTo>
                    <a:cubicBezTo>
                      <a:pt x="56388" y="144271"/>
                      <a:pt x="82931" y="148970"/>
                      <a:pt x="115443" y="148970"/>
                    </a:cubicBezTo>
                    <a:cubicBezTo>
                      <a:pt x="135255" y="148970"/>
                      <a:pt x="151257" y="151256"/>
                      <a:pt x="163449" y="155701"/>
                    </a:cubicBezTo>
                    <a:cubicBezTo>
                      <a:pt x="180340" y="162051"/>
                      <a:pt x="188849" y="172211"/>
                      <a:pt x="188849" y="186308"/>
                    </a:cubicBezTo>
                    <a:cubicBezTo>
                      <a:pt x="188849" y="200913"/>
                      <a:pt x="181610" y="211454"/>
                      <a:pt x="167005" y="218058"/>
                    </a:cubicBezTo>
                    <a:cubicBezTo>
                      <a:pt x="152400" y="224662"/>
                      <a:pt x="135763" y="227964"/>
                      <a:pt x="116967" y="227964"/>
                    </a:cubicBezTo>
                    <a:cubicBezTo>
                      <a:pt x="100076" y="227964"/>
                      <a:pt x="84074" y="225170"/>
                      <a:pt x="68961" y="219709"/>
                    </a:cubicBezTo>
                    <a:cubicBezTo>
                      <a:pt x="53848" y="214248"/>
                      <a:pt x="44831" y="205358"/>
                      <a:pt x="42037" y="193547"/>
                    </a:cubicBezTo>
                    <a:lnTo>
                      <a:pt x="41275" y="190499"/>
                    </a:lnTo>
                    <a:lnTo>
                      <a:pt x="0" y="190499"/>
                    </a:lnTo>
                    <a:lnTo>
                      <a:pt x="762" y="194817"/>
                    </a:lnTo>
                    <a:cubicBezTo>
                      <a:pt x="4445" y="219709"/>
                      <a:pt x="18161" y="237743"/>
                      <a:pt x="41910" y="248792"/>
                    </a:cubicBezTo>
                    <a:cubicBezTo>
                      <a:pt x="65659" y="259841"/>
                      <a:pt x="91948" y="265429"/>
                      <a:pt x="121031" y="265429"/>
                    </a:cubicBezTo>
                    <a:cubicBezTo>
                      <a:pt x="151384" y="265429"/>
                      <a:pt x="177165" y="258952"/>
                      <a:pt x="198374" y="245744"/>
                    </a:cubicBezTo>
                    <a:cubicBezTo>
                      <a:pt x="219583" y="232536"/>
                      <a:pt x="230124" y="212089"/>
                      <a:pt x="230124" y="184022"/>
                    </a:cubicBezTo>
                    <a:cubicBezTo>
                      <a:pt x="230124" y="154685"/>
                      <a:pt x="219202" y="135128"/>
                      <a:pt x="197231" y="12547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14" id="214"/>
              <p:cNvSpPr/>
              <p:nvPr/>
            </p:nvSpPr>
            <p:spPr>
              <a:xfrm flipH="false" flipV="false" rot="0">
                <a:off x="409955" y="66675"/>
                <a:ext cx="266700" cy="257174"/>
              </a:xfrm>
              <a:custGeom>
                <a:avLst/>
                <a:gdLst/>
                <a:ahLst/>
                <a:cxnLst/>
                <a:rect r="r" b="b" t="t" l="l"/>
                <a:pathLst>
                  <a:path h="257174" w="266700">
                    <a:moveTo>
                      <a:pt x="86487" y="153542"/>
                    </a:moveTo>
                    <a:lnTo>
                      <a:pt x="131318" y="46482"/>
                    </a:lnTo>
                    <a:lnTo>
                      <a:pt x="179324" y="153542"/>
                    </a:lnTo>
                    <a:close/>
                    <a:moveTo>
                      <a:pt x="110998" y="0"/>
                    </a:moveTo>
                    <a:lnTo>
                      <a:pt x="0" y="257174"/>
                    </a:lnTo>
                    <a:lnTo>
                      <a:pt x="43688" y="257174"/>
                    </a:lnTo>
                    <a:lnTo>
                      <a:pt x="72263" y="190880"/>
                    </a:lnTo>
                    <a:lnTo>
                      <a:pt x="192913" y="190880"/>
                    </a:lnTo>
                    <a:lnTo>
                      <a:pt x="222250" y="257174"/>
                    </a:lnTo>
                    <a:lnTo>
                      <a:pt x="266700" y="257174"/>
                    </a:lnTo>
                    <a:lnTo>
                      <a:pt x="151511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15" id="215"/>
              <p:cNvSpPr/>
              <p:nvPr/>
            </p:nvSpPr>
            <p:spPr>
              <a:xfrm flipH="false" flipV="false" rot="0">
                <a:off x="781303" y="63500"/>
                <a:ext cx="247523" cy="265302"/>
              </a:xfrm>
              <a:custGeom>
                <a:avLst/>
                <a:gdLst/>
                <a:ahLst/>
                <a:cxnLst/>
                <a:rect r="r" b="b" t="t" l="l"/>
                <a:pathLst>
                  <a:path h="265302" w="247523">
                    <a:moveTo>
                      <a:pt x="81280" y="53213"/>
                    </a:moveTo>
                    <a:cubicBezTo>
                      <a:pt x="93472" y="44450"/>
                      <a:pt x="107822" y="40132"/>
                      <a:pt x="124587" y="40132"/>
                    </a:cubicBezTo>
                    <a:cubicBezTo>
                      <a:pt x="143383" y="40132"/>
                      <a:pt x="159766" y="45847"/>
                      <a:pt x="173608" y="57404"/>
                    </a:cubicBezTo>
                    <a:cubicBezTo>
                      <a:pt x="187451" y="68961"/>
                      <a:pt x="196976" y="83566"/>
                      <a:pt x="201929" y="101219"/>
                    </a:cubicBezTo>
                    <a:lnTo>
                      <a:pt x="202691" y="104013"/>
                    </a:lnTo>
                    <a:lnTo>
                      <a:pt x="247522" y="104013"/>
                    </a:lnTo>
                    <a:lnTo>
                      <a:pt x="246760" y="99695"/>
                    </a:lnTo>
                    <a:cubicBezTo>
                      <a:pt x="242315" y="80645"/>
                      <a:pt x="234441" y="63627"/>
                      <a:pt x="223392" y="48514"/>
                    </a:cubicBezTo>
                    <a:cubicBezTo>
                      <a:pt x="212343" y="33401"/>
                      <a:pt x="198246" y="21463"/>
                      <a:pt x="181355" y="12954"/>
                    </a:cubicBezTo>
                    <a:cubicBezTo>
                      <a:pt x="164465" y="4445"/>
                      <a:pt x="145542" y="0"/>
                      <a:pt x="124587" y="0"/>
                    </a:cubicBezTo>
                    <a:cubicBezTo>
                      <a:pt x="99187" y="0"/>
                      <a:pt x="77089" y="6096"/>
                      <a:pt x="58166" y="18415"/>
                    </a:cubicBezTo>
                    <a:cubicBezTo>
                      <a:pt x="39243" y="30734"/>
                      <a:pt x="24892" y="46990"/>
                      <a:pt x="14859" y="67437"/>
                    </a:cubicBezTo>
                    <a:cubicBezTo>
                      <a:pt x="4826" y="87884"/>
                      <a:pt x="0" y="109601"/>
                      <a:pt x="0" y="132842"/>
                    </a:cubicBezTo>
                    <a:cubicBezTo>
                      <a:pt x="0" y="156082"/>
                      <a:pt x="4953" y="177926"/>
                      <a:pt x="14859" y="198119"/>
                    </a:cubicBezTo>
                    <a:cubicBezTo>
                      <a:pt x="24765" y="218312"/>
                      <a:pt x="39243" y="234695"/>
                      <a:pt x="58166" y="246887"/>
                    </a:cubicBezTo>
                    <a:cubicBezTo>
                      <a:pt x="77089" y="259079"/>
                      <a:pt x="99187" y="265302"/>
                      <a:pt x="124587" y="265302"/>
                    </a:cubicBezTo>
                    <a:cubicBezTo>
                      <a:pt x="145796" y="265302"/>
                      <a:pt x="164719" y="260984"/>
                      <a:pt x="181483" y="252348"/>
                    </a:cubicBezTo>
                    <a:cubicBezTo>
                      <a:pt x="198247" y="243712"/>
                      <a:pt x="212216" y="231901"/>
                      <a:pt x="223392" y="216915"/>
                    </a:cubicBezTo>
                    <a:cubicBezTo>
                      <a:pt x="234568" y="201929"/>
                      <a:pt x="242315" y="184657"/>
                      <a:pt x="246760" y="165353"/>
                    </a:cubicBezTo>
                    <a:lnTo>
                      <a:pt x="247522" y="161035"/>
                    </a:lnTo>
                    <a:lnTo>
                      <a:pt x="202818" y="161035"/>
                    </a:lnTo>
                    <a:lnTo>
                      <a:pt x="202056" y="163829"/>
                    </a:lnTo>
                    <a:cubicBezTo>
                      <a:pt x="197230" y="181482"/>
                      <a:pt x="187959" y="196087"/>
                      <a:pt x="173862" y="207390"/>
                    </a:cubicBezTo>
                    <a:cubicBezTo>
                      <a:pt x="159766" y="218693"/>
                      <a:pt x="143383" y="224535"/>
                      <a:pt x="124714" y="224535"/>
                    </a:cubicBezTo>
                    <a:cubicBezTo>
                      <a:pt x="108077" y="224535"/>
                      <a:pt x="93599" y="220090"/>
                      <a:pt x="81407" y="211454"/>
                    </a:cubicBezTo>
                    <a:cubicBezTo>
                      <a:pt x="69215" y="202818"/>
                      <a:pt x="59944" y="191261"/>
                      <a:pt x="53594" y="177164"/>
                    </a:cubicBezTo>
                    <a:cubicBezTo>
                      <a:pt x="47244" y="163067"/>
                      <a:pt x="44069" y="148081"/>
                      <a:pt x="44069" y="132461"/>
                    </a:cubicBezTo>
                    <a:cubicBezTo>
                      <a:pt x="44069" y="116586"/>
                      <a:pt x="47244" y="101600"/>
                      <a:pt x="53594" y="87376"/>
                    </a:cubicBezTo>
                    <a:cubicBezTo>
                      <a:pt x="59944" y="73152"/>
                      <a:pt x="69215" y="61849"/>
                      <a:pt x="81407" y="53086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16" id="216"/>
            <p:cNvGrpSpPr/>
            <p:nvPr/>
          </p:nvGrpSpPr>
          <p:grpSpPr>
            <a:xfrm rot="0">
              <a:off x="2061366" y="262371"/>
              <a:ext cx="247512" cy="257939"/>
              <a:chOff x="0" y="0"/>
              <a:chExt cx="1028802" cy="1072147"/>
            </a:xfrm>
          </p:grpSpPr>
          <p:sp>
            <p:nvSpPr>
              <p:cNvPr name="Freeform 217" id="217"/>
              <p:cNvSpPr/>
              <p:nvPr/>
            </p:nvSpPr>
            <p:spPr>
              <a:xfrm flipH="false" flipV="false" rot="0">
                <a:off x="0" y="0"/>
                <a:ext cx="1028828" cy="1072134"/>
              </a:xfrm>
              <a:custGeom>
                <a:avLst/>
                <a:gdLst/>
                <a:ahLst/>
                <a:cxnLst/>
                <a:rect r="r" b="b" t="t" l="l"/>
                <a:pathLst>
                  <a:path h="1072134" w="1028828">
                    <a:moveTo>
                      <a:pt x="826263" y="415163"/>
                    </a:moveTo>
                    <a:cubicBezTo>
                      <a:pt x="806832" y="441833"/>
                      <a:pt x="776479" y="455168"/>
                      <a:pt x="735331" y="455168"/>
                    </a:cubicBezTo>
                    <a:lnTo>
                      <a:pt x="173482" y="455168"/>
                    </a:lnTo>
                    <a:lnTo>
                      <a:pt x="173482" y="158369"/>
                    </a:lnTo>
                    <a:lnTo>
                      <a:pt x="735331" y="158369"/>
                    </a:lnTo>
                    <a:cubicBezTo>
                      <a:pt x="774193" y="158369"/>
                      <a:pt x="803911" y="173101"/>
                      <a:pt x="824485" y="202565"/>
                    </a:cubicBezTo>
                    <a:cubicBezTo>
                      <a:pt x="845059" y="232029"/>
                      <a:pt x="855346" y="267843"/>
                      <a:pt x="855346" y="310134"/>
                    </a:cubicBezTo>
                    <a:cubicBezTo>
                      <a:pt x="855346" y="353441"/>
                      <a:pt x="845567" y="388493"/>
                      <a:pt x="826136" y="415163"/>
                    </a:cubicBezTo>
                    <a:moveTo>
                      <a:pt x="994665" y="153416"/>
                    </a:moveTo>
                    <a:cubicBezTo>
                      <a:pt x="971932" y="106680"/>
                      <a:pt x="938531" y="69469"/>
                      <a:pt x="894589" y="41656"/>
                    </a:cubicBezTo>
                    <a:cubicBezTo>
                      <a:pt x="850647" y="13843"/>
                      <a:pt x="797561" y="0"/>
                      <a:pt x="735331" y="0"/>
                    </a:cubicBezTo>
                    <a:lnTo>
                      <a:pt x="0" y="0"/>
                    </a:lnTo>
                    <a:lnTo>
                      <a:pt x="0" y="1072134"/>
                    </a:lnTo>
                    <a:lnTo>
                      <a:pt x="173482" y="1072134"/>
                    </a:lnTo>
                    <a:lnTo>
                      <a:pt x="173482" y="615315"/>
                    </a:lnTo>
                    <a:lnTo>
                      <a:pt x="735331" y="615315"/>
                    </a:lnTo>
                    <a:cubicBezTo>
                      <a:pt x="828676" y="615315"/>
                      <a:pt x="900939" y="586105"/>
                      <a:pt x="952120" y="527812"/>
                    </a:cubicBezTo>
                    <a:cubicBezTo>
                      <a:pt x="1003301" y="469519"/>
                      <a:pt x="1028828" y="396367"/>
                      <a:pt x="1028828" y="308610"/>
                    </a:cubicBezTo>
                    <a:cubicBezTo>
                      <a:pt x="1028828" y="251968"/>
                      <a:pt x="1017398" y="200152"/>
                      <a:pt x="994665" y="153543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</p:grpSp>
      <p:grpSp>
        <p:nvGrpSpPr>
          <p:cNvPr name="Group 218" id="218"/>
          <p:cNvGrpSpPr/>
          <p:nvPr/>
        </p:nvGrpSpPr>
        <p:grpSpPr>
          <a:xfrm rot="0">
            <a:off x="713498" y="9528688"/>
            <a:ext cx="1667000" cy="498572"/>
            <a:chOff x="0" y="0"/>
            <a:chExt cx="2222667" cy="664763"/>
          </a:xfrm>
        </p:grpSpPr>
        <p:grpSp>
          <p:nvGrpSpPr>
            <p:cNvPr name="Group 219" id="219"/>
            <p:cNvGrpSpPr/>
            <p:nvPr/>
          </p:nvGrpSpPr>
          <p:grpSpPr>
            <a:xfrm rot="0">
              <a:off x="995" y="525512"/>
              <a:ext cx="81093" cy="84514"/>
              <a:chOff x="0" y="0"/>
              <a:chExt cx="301854" cy="314592"/>
            </a:xfrm>
          </p:grpSpPr>
          <p:sp>
            <p:nvSpPr>
              <p:cNvPr name="Freeform 220" id="220"/>
              <p:cNvSpPr/>
              <p:nvPr/>
            </p:nvSpPr>
            <p:spPr>
              <a:xfrm flipH="false" flipV="false" rot="0">
                <a:off x="0" y="0"/>
                <a:ext cx="301879" cy="314579"/>
              </a:xfrm>
              <a:custGeom>
                <a:avLst/>
                <a:gdLst/>
                <a:ahLst/>
                <a:cxnLst/>
                <a:rect r="r" b="b" t="t" l="l"/>
                <a:pathLst>
                  <a:path h="314579" w="301879">
                    <a:moveTo>
                      <a:pt x="50927" y="133604"/>
                    </a:moveTo>
                    <a:lnTo>
                      <a:pt x="215773" y="133604"/>
                    </a:lnTo>
                    <a:cubicBezTo>
                      <a:pt x="227838" y="133604"/>
                      <a:pt x="236728" y="129667"/>
                      <a:pt x="242443" y="121793"/>
                    </a:cubicBezTo>
                    <a:cubicBezTo>
                      <a:pt x="248158" y="113919"/>
                      <a:pt x="250952" y="103632"/>
                      <a:pt x="250952" y="90932"/>
                    </a:cubicBezTo>
                    <a:cubicBezTo>
                      <a:pt x="250952" y="78613"/>
                      <a:pt x="247904" y="68072"/>
                      <a:pt x="241935" y="59436"/>
                    </a:cubicBezTo>
                    <a:cubicBezTo>
                      <a:pt x="235966" y="50800"/>
                      <a:pt x="227203" y="46482"/>
                      <a:pt x="215773" y="46482"/>
                    </a:cubicBezTo>
                    <a:lnTo>
                      <a:pt x="50927" y="46482"/>
                    </a:lnTo>
                    <a:close/>
                    <a:moveTo>
                      <a:pt x="0" y="314579"/>
                    </a:moveTo>
                    <a:lnTo>
                      <a:pt x="0" y="0"/>
                    </a:lnTo>
                    <a:lnTo>
                      <a:pt x="215773" y="0"/>
                    </a:lnTo>
                    <a:cubicBezTo>
                      <a:pt x="234061" y="0"/>
                      <a:pt x="249555" y="4064"/>
                      <a:pt x="262509" y="12192"/>
                    </a:cubicBezTo>
                    <a:cubicBezTo>
                      <a:pt x="275463" y="20320"/>
                      <a:pt x="285115" y="31242"/>
                      <a:pt x="291846" y="44958"/>
                    </a:cubicBezTo>
                    <a:cubicBezTo>
                      <a:pt x="298577" y="58674"/>
                      <a:pt x="301879" y="73787"/>
                      <a:pt x="301879" y="90424"/>
                    </a:cubicBezTo>
                    <a:cubicBezTo>
                      <a:pt x="301879" y="116205"/>
                      <a:pt x="294386" y="137668"/>
                      <a:pt x="279400" y="154813"/>
                    </a:cubicBezTo>
                    <a:cubicBezTo>
                      <a:pt x="264414" y="171958"/>
                      <a:pt x="243205" y="180467"/>
                      <a:pt x="215773" y="180467"/>
                    </a:cubicBezTo>
                    <a:lnTo>
                      <a:pt x="50927" y="180467"/>
                    </a:lnTo>
                    <a:lnTo>
                      <a:pt x="50927" y="31457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21" id="221"/>
            <p:cNvGrpSpPr/>
            <p:nvPr/>
          </p:nvGrpSpPr>
          <p:grpSpPr>
            <a:xfrm rot="0">
              <a:off x="123355" y="523805"/>
              <a:ext cx="82802" cy="87930"/>
              <a:chOff x="0" y="0"/>
              <a:chExt cx="308216" cy="327304"/>
            </a:xfrm>
          </p:grpSpPr>
          <p:sp>
            <p:nvSpPr>
              <p:cNvPr name="Freeform 222" id="222"/>
              <p:cNvSpPr/>
              <p:nvPr/>
            </p:nvSpPr>
            <p:spPr>
              <a:xfrm flipH="false" flipV="false" rot="0">
                <a:off x="0" y="0"/>
                <a:ext cx="308229" cy="327406"/>
              </a:xfrm>
              <a:custGeom>
                <a:avLst/>
                <a:gdLst/>
                <a:ahLst/>
                <a:cxnLst/>
                <a:rect r="r" b="b" t="t" l="l"/>
                <a:pathLst>
                  <a:path h="327406" w="308229">
                    <a:moveTo>
                      <a:pt x="153670" y="49403"/>
                    </a:moveTo>
                    <a:cubicBezTo>
                      <a:pt x="133096" y="49403"/>
                      <a:pt x="115316" y="54737"/>
                      <a:pt x="100330" y="65532"/>
                    </a:cubicBezTo>
                    <a:cubicBezTo>
                      <a:pt x="85344" y="76327"/>
                      <a:pt x="73914" y="90424"/>
                      <a:pt x="66040" y="107823"/>
                    </a:cubicBezTo>
                    <a:cubicBezTo>
                      <a:pt x="58166" y="125222"/>
                      <a:pt x="54356" y="143764"/>
                      <a:pt x="54356" y="163322"/>
                    </a:cubicBezTo>
                    <a:cubicBezTo>
                      <a:pt x="54356" y="182880"/>
                      <a:pt x="58293" y="201295"/>
                      <a:pt x="66040" y="218567"/>
                    </a:cubicBezTo>
                    <a:cubicBezTo>
                      <a:pt x="73787" y="235839"/>
                      <a:pt x="85344" y="249936"/>
                      <a:pt x="100330" y="260604"/>
                    </a:cubicBezTo>
                    <a:cubicBezTo>
                      <a:pt x="115316" y="271272"/>
                      <a:pt x="133096" y="276733"/>
                      <a:pt x="153670" y="276733"/>
                    </a:cubicBezTo>
                    <a:cubicBezTo>
                      <a:pt x="174244" y="276733"/>
                      <a:pt x="192151" y="271399"/>
                      <a:pt x="207518" y="260858"/>
                    </a:cubicBezTo>
                    <a:cubicBezTo>
                      <a:pt x="222885" y="250317"/>
                      <a:pt x="234442" y="236347"/>
                      <a:pt x="242443" y="219075"/>
                    </a:cubicBezTo>
                    <a:cubicBezTo>
                      <a:pt x="250444" y="201803"/>
                      <a:pt x="254381" y="183388"/>
                      <a:pt x="254381" y="163830"/>
                    </a:cubicBezTo>
                    <a:cubicBezTo>
                      <a:pt x="254381" y="143891"/>
                      <a:pt x="250317" y="125222"/>
                      <a:pt x="242443" y="107823"/>
                    </a:cubicBezTo>
                    <a:cubicBezTo>
                      <a:pt x="234569" y="90424"/>
                      <a:pt x="222885" y="76327"/>
                      <a:pt x="207645" y="65532"/>
                    </a:cubicBezTo>
                    <a:cubicBezTo>
                      <a:pt x="192405" y="54737"/>
                      <a:pt x="174498" y="49403"/>
                      <a:pt x="153543" y="49403"/>
                    </a:cubicBezTo>
                    <a:moveTo>
                      <a:pt x="153670" y="0"/>
                    </a:moveTo>
                    <a:cubicBezTo>
                      <a:pt x="185293" y="0"/>
                      <a:pt x="212725" y="7620"/>
                      <a:pt x="236093" y="22733"/>
                    </a:cubicBezTo>
                    <a:cubicBezTo>
                      <a:pt x="259461" y="37846"/>
                      <a:pt x="277241" y="57912"/>
                      <a:pt x="289687" y="82931"/>
                    </a:cubicBezTo>
                    <a:cubicBezTo>
                      <a:pt x="302133" y="107950"/>
                      <a:pt x="308229" y="134874"/>
                      <a:pt x="308229" y="163957"/>
                    </a:cubicBezTo>
                    <a:cubicBezTo>
                      <a:pt x="308229" y="192659"/>
                      <a:pt x="302006" y="219456"/>
                      <a:pt x="289687" y="244475"/>
                    </a:cubicBezTo>
                    <a:cubicBezTo>
                      <a:pt x="277368" y="269494"/>
                      <a:pt x="259461" y="289433"/>
                      <a:pt x="236093" y="304673"/>
                    </a:cubicBezTo>
                    <a:cubicBezTo>
                      <a:pt x="212725" y="319913"/>
                      <a:pt x="185293" y="327406"/>
                      <a:pt x="153670" y="327406"/>
                    </a:cubicBezTo>
                    <a:cubicBezTo>
                      <a:pt x="122301" y="327406"/>
                      <a:pt x="94996" y="319786"/>
                      <a:pt x="71755" y="304673"/>
                    </a:cubicBezTo>
                    <a:cubicBezTo>
                      <a:pt x="48514" y="289560"/>
                      <a:pt x="30607" y="269494"/>
                      <a:pt x="18415" y="244475"/>
                    </a:cubicBezTo>
                    <a:cubicBezTo>
                      <a:pt x="6223" y="219456"/>
                      <a:pt x="0" y="192532"/>
                      <a:pt x="0" y="163830"/>
                    </a:cubicBezTo>
                    <a:cubicBezTo>
                      <a:pt x="0" y="135128"/>
                      <a:pt x="6096" y="108331"/>
                      <a:pt x="18415" y="83185"/>
                    </a:cubicBezTo>
                    <a:cubicBezTo>
                      <a:pt x="30734" y="58039"/>
                      <a:pt x="48387" y="37973"/>
                      <a:pt x="71755" y="22733"/>
                    </a:cubicBezTo>
                    <a:cubicBezTo>
                      <a:pt x="95123" y="7493"/>
                      <a:pt x="122301" y="0"/>
                      <a:pt x="153670" y="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23" id="223"/>
            <p:cNvGrpSpPr/>
            <p:nvPr/>
          </p:nvGrpSpPr>
          <p:grpSpPr>
            <a:xfrm rot="0">
              <a:off x="247033" y="525512"/>
              <a:ext cx="93972" cy="84514"/>
              <a:chOff x="0" y="0"/>
              <a:chExt cx="349796" cy="314592"/>
            </a:xfrm>
          </p:grpSpPr>
          <p:sp>
            <p:nvSpPr>
              <p:cNvPr name="Freeform 224" id="224"/>
              <p:cNvSpPr/>
              <p:nvPr/>
            </p:nvSpPr>
            <p:spPr>
              <a:xfrm flipH="false" flipV="false" rot="0">
                <a:off x="0" y="0"/>
                <a:ext cx="349758" cy="314579"/>
              </a:xfrm>
              <a:custGeom>
                <a:avLst/>
                <a:gdLst/>
                <a:ahLst/>
                <a:cxnLst/>
                <a:rect r="r" b="b" t="t" l="l"/>
                <a:pathLst>
                  <a:path h="314579" w="349758">
                    <a:moveTo>
                      <a:pt x="0" y="0"/>
                    </a:moveTo>
                    <a:lnTo>
                      <a:pt x="49403" y="0"/>
                    </a:lnTo>
                    <a:lnTo>
                      <a:pt x="77343" y="227457"/>
                    </a:lnTo>
                    <a:lnTo>
                      <a:pt x="148209" y="65024"/>
                    </a:lnTo>
                    <a:lnTo>
                      <a:pt x="202565" y="65024"/>
                    </a:lnTo>
                    <a:lnTo>
                      <a:pt x="275463" y="227457"/>
                    </a:lnTo>
                    <a:lnTo>
                      <a:pt x="300355" y="0"/>
                    </a:lnTo>
                    <a:lnTo>
                      <a:pt x="349758" y="0"/>
                    </a:lnTo>
                    <a:lnTo>
                      <a:pt x="314579" y="314579"/>
                    </a:lnTo>
                    <a:lnTo>
                      <a:pt x="258826" y="314579"/>
                    </a:lnTo>
                    <a:lnTo>
                      <a:pt x="174625" y="124206"/>
                    </a:lnTo>
                    <a:lnTo>
                      <a:pt x="92456" y="314579"/>
                    </a:lnTo>
                    <a:lnTo>
                      <a:pt x="36195" y="31457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25" id="225"/>
            <p:cNvGrpSpPr/>
            <p:nvPr/>
          </p:nvGrpSpPr>
          <p:grpSpPr>
            <a:xfrm rot="0">
              <a:off x="385956" y="525512"/>
              <a:ext cx="77807" cy="84514"/>
              <a:chOff x="0" y="0"/>
              <a:chExt cx="289624" cy="314592"/>
            </a:xfrm>
          </p:grpSpPr>
          <p:sp>
            <p:nvSpPr>
              <p:cNvPr name="Freeform 226" id="226"/>
              <p:cNvSpPr/>
              <p:nvPr/>
            </p:nvSpPr>
            <p:spPr>
              <a:xfrm flipH="false" flipV="false" rot="0">
                <a:off x="0" y="0"/>
                <a:ext cx="289560" cy="314579"/>
              </a:xfrm>
              <a:custGeom>
                <a:avLst/>
                <a:gdLst/>
                <a:ahLst/>
                <a:cxnLst/>
                <a:rect r="r" b="b" t="t" l="l"/>
                <a:pathLst>
                  <a:path h="314579" w="289560">
                    <a:moveTo>
                      <a:pt x="0" y="0"/>
                    </a:moveTo>
                    <a:lnTo>
                      <a:pt x="289560" y="0"/>
                    </a:lnTo>
                    <a:lnTo>
                      <a:pt x="289560" y="46482"/>
                    </a:lnTo>
                    <a:lnTo>
                      <a:pt x="50927" y="46482"/>
                    </a:lnTo>
                    <a:lnTo>
                      <a:pt x="50927" y="133604"/>
                    </a:lnTo>
                    <a:lnTo>
                      <a:pt x="228473" y="133604"/>
                    </a:lnTo>
                    <a:lnTo>
                      <a:pt x="228473" y="180594"/>
                    </a:lnTo>
                    <a:lnTo>
                      <a:pt x="50927" y="180594"/>
                    </a:lnTo>
                    <a:lnTo>
                      <a:pt x="50927" y="268097"/>
                    </a:lnTo>
                    <a:lnTo>
                      <a:pt x="289560" y="268097"/>
                    </a:lnTo>
                    <a:lnTo>
                      <a:pt x="289560" y="314579"/>
                    </a:lnTo>
                    <a:lnTo>
                      <a:pt x="0" y="31457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27" id="227"/>
            <p:cNvGrpSpPr/>
            <p:nvPr/>
          </p:nvGrpSpPr>
          <p:grpSpPr>
            <a:xfrm rot="0">
              <a:off x="0" y="17060"/>
              <a:ext cx="520617" cy="384825"/>
              <a:chOff x="0" y="0"/>
              <a:chExt cx="1937918" cy="1432458"/>
            </a:xfrm>
          </p:grpSpPr>
          <p:sp>
            <p:nvSpPr>
              <p:cNvPr name="Freeform 228" id="228"/>
              <p:cNvSpPr/>
              <p:nvPr/>
            </p:nvSpPr>
            <p:spPr>
              <a:xfrm flipH="false" flipV="false" rot="0">
                <a:off x="0" y="0"/>
                <a:ext cx="1937893" cy="1432560"/>
              </a:xfrm>
              <a:custGeom>
                <a:avLst/>
                <a:gdLst/>
                <a:ahLst/>
                <a:cxnLst/>
                <a:rect r="r" b="b" t="t" l="l"/>
                <a:pathLst>
                  <a:path h="1432560" w="1937893">
                    <a:moveTo>
                      <a:pt x="0" y="0"/>
                    </a:moveTo>
                    <a:lnTo>
                      <a:pt x="765302" y="0"/>
                    </a:lnTo>
                    <a:cubicBezTo>
                      <a:pt x="708025" y="9525"/>
                      <a:pt x="663321" y="23876"/>
                      <a:pt x="631317" y="42926"/>
                    </a:cubicBezTo>
                    <a:cubicBezTo>
                      <a:pt x="599313" y="61976"/>
                      <a:pt x="575691" y="85979"/>
                      <a:pt x="560705" y="114554"/>
                    </a:cubicBezTo>
                    <a:cubicBezTo>
                      <a:pt x="545719" y="143129"/>
                      <a:pt x="536829" y="176276"/>
                      <a:pt x="534035" y="213868"/>
                    </a:cubicBezTo>
                    <a:cubicBezTo>
                      <a:pt x="531241" y="251460"/>
                      <a:pt x="529971" y="292608"/>
                      <a:pt x="529971" y="337693"/>
                    </a:cubicBezTo>
                    <a:lnTo>
                      <a:pt x="529971" y="656844"/>
                    </a:lnTo>
                    <a:lnTo>
                      <a:pt x="1407922" y="656844"/>
                    </a:lnTo>
                    <a:lnTo>
                      <a:pt x="1407922" y="337693"/>
                    </a:lnTo>
                    <a:cubicBezTo>
                      <a:pt x="1407922" y="292608"/>
                      <a:pt x="1406525" y="251460"/>
                      <a:pt x="1403858" y="213868"/>
                    </a:cubicBezTo>
                    <a:cubicBezTo>
                      <a:pt x="1401191" y="176276"/>
                      <a:pt x="1392301" y="143256"/>
                      <a:pt x="1377315" y="114554"/>
                    </a:cubicBezTo>
                    <a:cubicBezTo>
                      <a:pt x="1362329" y="85852"/>
                      <a:pt x="1338707" y="62103"/>
                      <a:pt x="1306703" y="42926"/>
                    </a:cubicBezTo>
                    <a:cubicBezTo>
                      <a:pt x="1274699" y="23749"/>
                      <a:pt x="1229868" y="9525"/>
                      <a:pt x="1172591" y="0"/>
                    </a:cubicBezTo>
                    <a:lnTo>
                      <a:pt x="1937893" y="0"/>
                    </a:lnTo>
                    <a:cubicBezTo>
                      <a:pt x="1886077" y="8128"/>
                      <a:pt x="1849501" y="25908"/>
                      <a:pt x="1828419" y="53213"/>
                    </a:cubicBezTo>
                    <a:cubicBezTo>
                      <a:pt x="1807337" y="80518"/>
                      <a:pt x="1796669" y="117348"/>
                      <a:pt x="1796669" y="163703"/>
                    </a:cubicBezTo>
                    <a:lnTo>
                      <a:pt x="1796669" y="1268730"/>
                    </a:lnTo>
                    <a:cubicBezTo>
                      <a:pt x="1796669" y="1315085"/>
                      <a:pt x="1807210" y="1351915"/>
                      <a:pt x="1828419" y="1379220"/>
                    </a:cubicBezTo>
                    <a:cubicBezTo>
                      <a:pt x="1849628" y="1406525"/>
                      <a:pt x="1886077" y="1424305"/>
                      <a:pt x="1937893" y="1432433"/>
                    </a:cubicBezTo>
                    <a:lnTo>
                      <a:pt x="1172591" y="1432433"/>
                    </a:lnTo>
                    <a:cubicBezTo>
                      <a:pt x="1229868" y="1422908"/>
                      <a:pt x="1274572" y="1408557"/>
                      <a:pt x="1306576" y="1389507"/>
                    </a:cubicBezTo>
                    <a:cubicBezTo>
                      <a:pt x="1338580" y="1370457"/>
                      <a:pt x="1362202" y="1346581"/>
                      <a:pt x="1377188" y="1317879"/>
                    </a:cubicBezTo>
                    <a:cubicBezTo>
                      <a:pt x="1392174" y="1289177"/>
                      <a:pt x="1401064" y="1256157"/>
                      <a:pt x="1403731" y="1218565"/>
                    </a:cubicBezTo>
                    <a:cubicBezTo>
                      <a:pt x="1406398" y="1180973"/>
                      <a:pt x="1407795" y="1139825"/>
                      <a:pt x="1407795" y="1094740"/>
                    </a:cubicBezTo>
                    <a:lnTo>
                      <a:pt x="1407795" y="697865"/>
                    </a:lnTo>
                    <a:lnTo>
                      <a:pt x="529971" y="697865"/>
                    </a:lnTo>
                    <a:lnTo>
                      <a:pt x="529971" y="1094867"/>
                    </a:lnTo>
                    <a:cubicBezTo>
                      <a:pt x="529971" y="1139825"/>
                      <a:pt x="531368" y="1181100"/>
                      <a:pt x="534035" y="1218692"/>
                    </a:cubicBezTo>
                    <a:cubicBezTo>
                      <a:pt x="536702" y="1256284"/>
                      <a:pt x="545592" y="1289304"/>
                      <a:pt x="560705" y="1318006"/>
                    </a:cubicBezTo>
                    <a:cubicBezTo>
                      <a:pt x="575818" y="1346708"/>
                      <a:pt x="599186" y="1370584"/>
                      <a:pt x="631317" y="1389634"/>
                    </a:cubicBezTo>
                    <a:cubicBezTo>
                      <a:pt x="663448" y="1408684"/>
                      <a:pt x="708025" y="1423035"/>
                      <a:pt x="765302" y="1432560"/>
                    </a:cubicBezTo>
                    <a:lnTo>
                      <a:pt x="0" y="1432560"/>
                    </a:lnTo>
                    <a:cubicBezTo>
                      <a:pt x="51816" y="1424432"/>
                      <a:pt x="88011" y="1406652"/>
                      <a:pt x="108458" y="1379347"/>
                    </a:cubicBezTo>
                    <a:cubicBezTo>
                      <a:pt x="128905" y="1352042"/>
                      <a:pt x="139192" y="1315212"/>
                      <a:pt x="139192" y="1268857"/>
                    </a:cubicBezTo>
                    <a:lnTo>
                      <a:pt x="139192" y="163703"/>
                    </a:lnTo>
                    <a:cubicBezTo>
                      <a:pt x="139192" y="117348"/>
                      <a:pt x="128905" y="80518"/>
                      <a:pt x="108458" y="53213"/>
                    </a:cubicBezTo>
                    <a:cubicBezTo>
                      <a:pt x="88011" y="25908"/>
                      <a:pt x="51816" y="8128"/>
                      <a:pt x="0" y="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29" id="229"/>
            <p:cNvGrpSpPr/>
            <p:nvPr/>
          </p:nvGrpSpPr>
          <p:grpSpPr>
            <a:xfrm rot="0">
              <a:off x="511996" y="525512"/>
              <a:ext cx="81093" cy="84514"/>
              <a:chOff x="0" y="0"/>
              <a:chExt cx="301854" cy="314592"/>
            </a:xfrm>
          </p:grpSpPr>
          <p:sp>
            <p:nvSpPr>
              <p:cNvPr name="Freeform 230" id="230"/>
              <p:cNvSpPr/>
              <p:nvPr/>
            </p:nvSpPr>
            <p:spPr>
              <a:xfrm flipH="false" flipV="false" rot="0">
                <a:off x="0" y="0"/>
                <a:ext cx="301879" cy="314579"/>
              </a:xfrm>
              <a:custGeom>
                <a:avLst/>
                <a:gdLst/>
                <a:ahLst/>
                <a:cxnLst/>
                <a:rect r="r" b="b" t="t" l="l"/>
                <a:pathLst>
                  <a:path h="314579" w="301879">
                    <a:moveTo>
                      <a:pt x="50927" y="133604"/>
                    </a:moveTo>
                    <a:lnTo>
                      <a:pt x="215773" y="133604"/>
                    </a:lnTo>
                    <a:cubicBezTo>
                      <a:pt x="227838" y="133604"/>
                      <a:pt x="236728" y="129667"/>
                      <a:pt x="242443" y="121793"/>
                    </a:cubicBezTo>
                    <a:cubicBezTo>
                      <a:pt x="248158" y="113919"/>
                      <a:pt x="250952" y="103632"/>
                      <a:pt x="250952" y="90932"/>
                    </a:cubicBezTo>
                    <a:cubicBezTo>
                      <a:pt x="250952" y="78613"/>
                      <a:pt x="247904" y="68072"/>
                      <a:pt x="241935" y="59436"/>
                    </a:cubicBezTo>
                    <a:cubicBezTo>
                      <a:pt x="235966" y="50800"/>
                      <a:pt x="227203" y="46482"/>
                      <a:pt x="215773" y="46482"/>
                    </a:cubicBezTo>
                    <a:lnTo>
                      <a:pt x="50927" y="46482"/>
                    </a:lnTo>
                    <a:close/>
                    <a:moveTo>
                      <a:pt x="0" y="314579"/>
                    </a:moveTo>
                    <a:lnTo>
                      <a:pt x="0" y="0"/>
                    </a:lnTo>
                    <a:lnTo>
                      <a:pt x="215773" y="0"/>
                    </a:lnTo>
                    <a:cubicBezTo>
                      <a:pt x="234061" y="0"/>
                      <a:pt x="249555" y="4064"/>
                      <a:pt x="262509" y="12192"/>
                    </a:cubicBezTo>
                    <a:cubicBezTo>
                      <a:pt x="275463" y="20320"/>
                      <a:pt x="285242" y="31242"/>
                      <a:pt x="291846" y="44958"/>
                    </a:cubicBezTo>
                    <a:cubicBezTo>
                      <a:pt x="298450" y="58674"/>
                      <a:pt x="301879" y="73787"/>
                      <a:pt x="301879" y="90424"/>
                    </a:cubicBezTo>
                    <a:cubicBezTo>
                      <a:pt x="301879" y="114554"/>
                      <a:pt x="295529" y="135001"/>
                      <a:pt x="282829" y="151765"/>
                    </a:cubicBezTo>
                    <a:cubicBezTo>
                      <a:pt x="270129" y="168529"/>
                      <a:pt x="251206" y="177927"/>
                      <a:pt x="226060" y="179959"/>
                    </a:cubicBezTo>
                    <a:lnTo>
                      <a:pt x="219710" y="179959"/>
                    </a:lnTo>
                    <a:lnTo>
                      <a:pt x="297434" y="314452"/>
                    </a:lnTo>
                    <a:lnTo>
                      <a:pt x="240665" y="314452"/>
                    </a:lnTo>
                    <a:lnTo>
                      <a:pt x="163449" y="180467"/>
                    </a:lnTo>
                    <a:lnTo>
                      <a:pt x="50927" y="180467"/>
                    </a:lnTo>
                    <a:lnTo>
                      <a:pt x="50927" y="31457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31" id="231"/>
            <p:cNvGrpSpPr/>
            <p:nvPr/>
          </p:nvGrpSpPr>
          <p:grpSpPr>
            <a:xfrm rot="0">
              <a:off x="640405" y="525512"/>
              <a:ext cx="77807" cy="84514"/>
              <a:chOff x="0" y="0"/>
              <a:chExt cx="289624" cy="314592"/>
            </a:xfrm>
          </p:grpSpPr>
          <p:sp>
            <p:nvSpPr>
              <p:cNvPr name="Freeform 232" id="232"/>
              <p:cNvSpPr/>
              <p:nvPr/>
            </p:nvSpPr>
            <p:spPr>
              <a:xfrm flipH="false" flipV="false" rot="0">
                <a:off x="0" y="0"/>
                <a:ext cx="289560" cy="314579"/>
              </a:xfrm>
              <a:custGeom>
                <a:avLst/>
                <a:gdLst/>
                <a:ahLst/>
                <a:cxnLst/>
                <a:rect r="r" b="b" t="t" l="l"/>
                <a:pathLst>
                  <a:path h="314579" w="289560">
                    <a:moveTo>
                      <a:pt x="0" y="0"/>
                    </a:moveTo>
                    <a:lnTo>
                      <a:pt x="289560" y="0"/>
                    </a:lnTo>
                    <a:lnTo>
                      <a:pt x="289560" y="46482"/>
                    </a:lnTo>
                    <a:lnTo>
                      <a:pt x="50927" y="46482"/>
                    </a:lnTo>
                    <a:lnTo>
                      <a:pt x="50927" y="133604"/>
                    </a:lnTo>
                    <a:lnTo>
                      <a:pt x="228473" y="133604"/>
                    </a:lnTo>
                    <a:lnTo>
                      <a:pt x="228473" y="180594"/>
                    </a:lnTo>
                    <a:lnTo>
                      <a:pt x="50927" y="180594"/>
                    </a:lnTo>
                    <a:lnTo>
                      <a:pt x="50927" y="268097"/>
                    </a:lnTo>
                    <a:lnTo>
                      <a:pt x="289560" y="268097"/>
                    </a:lnTo>
                    <a:lnTo>
                      <a:pt x="289560" y="314579"/>
                    </a:lnTo>
                    <a:lnTo>
                      <a:pt x="0" y="31457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33" id="233"/>
            <p:cNvGrpSpPr/>
            <p:nvPr/>
          </p:nvGrpSpPr>
          <p:grpSpPr>
            <a:xfrm rot="0">
              <a:off x="766444" y="525514"/>
              <a:ext cx="81093" cy="84512"/>
              <a:chOff x="0" y="0"/>
              <a:chExt cx="301854" cy="314579"/>
            </a:xfrm>
          </p:grpSpPr>
          <p:sp>
            <p:nvSpPr>
              <p:cNvPr name="Freeform 234" id="234"/>
              <p:cNvSpPr/>
              <p:nvPr/>
            </p:nvSpPr>
            <p:spPr>
              <a:xfrm flipH="false" flipV="false" rot="0">
                <a:off x="0" y="0"/>
                <a:ext cx="301752" cy="314579"/>
              </a:xfrm>
              <a:custGeom>
                <a:avLst/>
                <a:gdLst/>
                <a:ahLst/>
                <a:cxnLst/>
                <a:rect r="r" b="b" t="t" l="l"/>
                <a:pathLst>
                  <a:path h="314579" w="301752">
                    <a:moveTo>
                      <a:pt x="148209" y="268097"/>
                    </a:moveTo>
                    <a:cubicBezTo>
                      <a:pt x="168783" y="268097"/>
                      <a:pt x="186563" y="263017"/>
                      <a:pt x="201549" y="252730"/>
                    </a:cubicBezTo>
                    <a:cubicBezTo>
                      <a:pt x="216535" y="242443"/>
                      <a:pt x="228092" y="228854"/>
                      <a:pt x="236093" y="211836"/>
                    </a:cubicBezTo>
                    <a:cubicBezTo>
                      <a:pt x="244094" y="194818"/>
                      <a:pt x="248031" y="176784"/>
                      <a:pt x="248031" y="157607"/>
                    </a:cubicBezTo>
                    <a:cubicBezTo>
                      <a:pt x="248031" y="138049"/>
                      <a:pt x="243967" y="119761"/>
                      <a:pt x="236093" y="102743"/>
                    </a:cubicBezTo>
                    <a:cubicBezTo>
                      <a:pt x="228219" y="85725"/>
                      <a:pt x="216662" y="72136"/>
                      <a:pt x="201549" y="61976"/>
                    </a:cubicBezTo>
                    <a:cubicBezTo>
                      <a:pt x="186436" y="51816"/>
                      <a:pt x="168783" y="46609"/>
                      <a:pt x="148209" y="46609"/>
                    </a:cubicBezTo>
                    <a:lnTo>
                      <a:pt x="50927" y="46609"/>
                    </a:lnTo>
                    <a:lnTo>
                      <a:pt x="50927" y="268097"/>
                    </a:lnTo>
                    <a:close/>
                    <a:moveTo>
                      <a:pt x="0" y="0"/>
                    </a:moveTo>
                    <a:lnTo>
                      <a:pt x="148209" y="0"/>
                    </a:lnTo>
                    <a:cubicBezTo>
                      <a:pt x="178816" y="0"/>
                      <a:pt x="205867" y="7112"/>
                      <a:pt x="229235" y="21336"/>
                    </a:cubicBezTo>
                    <a:cubicBezTo>
                      <a:pt x="252603" y="35560"/>
                      <a:pt x="270510" y="54610"/>
                      <a:pt x="282956" y="78486"/>
                    </a:cubicBezTo>
                    <a:cubicBezTo>
                      <a:pt x="295402" y="102362"/>
                      <a:pt x="301752" y="128651"/>
                      <a:pt x="301752" y="156972"/>
                    </a:cubicBezTo>
                    <a:cubicBezTo>
                      <a:pt x="301752" y="185039"/>
                      <a:pt x="295402" y="211074"/>
                      <a:pt x="282956" y="235204"/>
                    </a:cubicBezTo>
                    <a:cubicBezTo>
                      <a:pt x="270510" y="259334"/>
                      <a:pt x="252476" y="278638"/>
                      <a:pt x="229108" y="292989"/>
                    </a:cubicBezTo>
                    <a:cubicBezTo>
                      <a:pt x="205740" y="307340"/>
                      <a:pt x="178816" y="314579"/>
                      <a:pt x="148082" y="314579"/>
                    </a:cubicBezTo>
                    <a:lnTo>
                      <a:pt x="0" y="31457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35" id="235"/>
            <p:cNvGrpSpPr/>
            <p:nvPr/>
          </p:nvGrpSpPr>
          <p:grpSpPr>
            <a:xfrm rot="0">
              <a:off x="961092" y="525514"/>
              <a:ext cx="79517" cy="84512"/>
              <a:chOff x="0" y="0"/>
              <a:chExt cx="295986" cy="314579"/>
            </a:xfrm>
          </p:grpSpPr>
          <p:sp>
            <p:nvSpPr>
              <p:cNvPr name="Freeform 236" id="236"/>
              <p:cNvSpPr/>
              <p:nvPr/>
            </p:nvSpPr>
            <p:spPr>
              <a:xfrm flipH="false" flipV="false" rot="0">
                <a:off x="0" y="-41021"/>
                <a:ext cx="295910" cy="355600"/>
              </a:xfrm>
              <a:custGeom>
                <a:avLst/>
                <a:gdLst/>
                <a:ahLst/>
                <a:cxnLst/>
                <a:rect r="r" b="b" t="t" l="l"/>
                <a:pathLst>
                  <a:path h="355600" w="295910">
                    <a:moveTo>
                      <a:pt x="50927" y="309118"/>
                    </a:moveTo>
                    <a:lnTo>
                      <a:pt x="208915" y="309118"/>
                    </a:lnTo>
                    <a:cubicBezTo>
                      <a:pt x="221361" y="309118"/>
                      <a:pt x="230505" y="305181"/>
                      <a:pt x="236347" y="297434"/>
                    </a:cubicBezTo>
                    <a:cubicBezTo>
                      <a:pt x="242189" y="289687"/>
                      <a:pt x="245110" y="279400"/>
                      <a:pt x="245110" y="266573"/>
                    </a:cubicBezTo>
                    <a:cubicBezTo>
                      <a:pt x="245110" y="253492"/>
                      <a:pt x="242062" y="242824"/>
                      <a:pt x="236093" y="234315"/>
                    </a:cubicBezTo>
                    <a:cubicBezTo>
                      <a:pt x="230124" y="225806"/>
                      <a:pt x="220980" y="221615"/>
                      <a:pt x="208915" y="221615"/>
                    </a:cubicBezTo>
                    <a:lnTo>
                      <a:pt x="50927" y="221615"/>
                    </a:lnTo>
                    <a:close/>
                    <a:moveTo>
                      <a:pt x="50927" y="87122"/>
                    </a:moveTo>
                    <a:lnTo>
                      <a:pt x="197612" y="87122"/>
                    </a:lnTo>
                    <a:cubicBezTo>
                      <a:pt x="209677" y="87122"/>
                      <a:pt x="218567" y="83185"/>
                      <a:pt x="224282" y="75438"/>
                    </a:cubicBezTo>
                    <a:cubicBezTo>
                      <a:pt x="229997" y="67691"/>
                      <a:pt x="232791" y="57277"/>
                      <a:pt x="232791" y="44577"/>
                    </a:cubicBezTo>
                    <a:cubicBezTo>
                      <a:pt x="232791" y="32131"/>
                      <a:pt x="229743" y="21717"/>
                      <a:pt x="223774" y="12954"/>
                    </a:cubicBezTo>
                    <a:cubicBezTo>
                      <a:pt x="217805" y="4191"/>
                      <a:pt x="209042" y="0"/>
                      <a:pt x="197612" y="0"/>
                    </a:cubicBezTo>
                    <a:lnTo>
                      <a:pt x="50927" y="0"/>
                    </a:lnTo>
                    <a:close/>
                    <a:moveTo>
                      <a:pt x="0" y="355600"/>
                    </a:moveTo>
                    <a:lnTo>
                      <a:pt x="0" y="41021"/>
                    </a:lnTo>
                    <a:lnTo>
                      <a:pt x="197612" y="41021"/>
                    </a:lnTo>
                    <a:cubicBezTo>
                      <a:pt x="215519" y="41021"/>
                      <a:pt x="231013" y="45085"/>
                      <a:pt x="244094" y="52959"/>
                    </a:cubicBezTo>
                    <a:cubicBezTo>
                      <a:pt x="257175" y="60833"/>
                      <a:pt x="266954" y="71755"/>
                      <a:pt x="273685" y="85217"/>
                    </a:cubicBezTo>
                    <a:cubicBezTo>
                      <a:pt x="280416" y="98679"/>
                      <a:pt x="283718" y="113665"/>
                      <a:pt x="283718" y="129921"/>
                    </a:cubicBezTo>
                    <a:cubicBezTo>
                      <a:pt x="283718" y="159004"/>
                      <a:pt x="274574" y="180467"/>
                      <a:pt x="256286" y="194564"/>
                    </a:cubicBezTo>
                    <a:cubicBezTo>
                      <a:pt x="268605" y="201422"/>
                      <a:pt x="278384" y="211582"/>
                      <a:pt x="285369" y="225171"/>
                    </a:cubicBezTo>
                    <a:cubicBezTo>
                      <a:pt x="292354" y="238760"/>
                      <a:pt x="295910" y="252349"/>
                      <a:pt x="295910" y="266065"/>
                    </a:cubicBezTo>
                    <a:cubicBezTo>
                      <a:pt x="295910" y="282702"/>
                      <a:pt x="292608" y="297815"/>
                      <a:pt x="285877" y="311277"/>
                    </a:cubicBezTo>
                    <a:cubicBezTo>
                      <a:pt x="279146" y="324739"/>
                      <a:pt x="269240" y="335534"/>
                      <a:pt x="256032" y="343535"/>
                    </a:cubicBezTo>
                    <a:cubicBezTo>
                      <a:pt x="242824" y="351536"/>
                      <a:pt x="227076" y="355473"/>
                      <a:pt x="208788" y="355473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37" id="237"/>
            <p:cNvGrpSpPr/>
            <p:nvPr/>
          </p:nvGrpSpPr>
          <p:grpSpPr>
            <a:xfrm rot="0">
              <a:off x="1075701" y="525514"/>
              <a:ext cx="80172" cy="84512"/>
              <a:chOff x="0" y="0"/>
              <a:chExt cx="298425" cy="314579"/>
            </a:xfrm>
          </p:grpSpPr>
          <p:sp>
            <p:nvSpPr>
              <p:cNvPr name="Freeform 238" id="238"/>
              <p:cNvSpPr/>
              <p:nvPr/>
            </p:nvSpPr>
            <p:spPr>
              <a:xfrm flipH="false" flipV="false" rot="0">
                <a:off x="0" y="0"/>
                <a:ext cx="298449" cy="314706"/>
              </a:xfrm>
              <a:custGeom>
                <a:avLst/>
                <a:gdLst/>
                <a:ahLst/>
                <a:cxnLst/>
                <a:rect r="r" b="b" t="t" l="l"/>
                <a:pathLst>
                  <a:path h="314706" w="298449">
                    <a:moveTo>
                      <a:pt x="123825" y="214249"/>
                    </a:moveTo>
                    <a:lnTo>
                      <a:pt x="123825" y="207010"/>
                    </a:lnTo>
                    <a:lnTo>
                      <a:pt x="123825" y="204470"/>
                    </a:lnTo>
                    <a:cubicBezTo>
                      <a:pt x="122174" y="196977"/>
                      <a:pt x="116840" y="186690"/>
                      <a:pt x="107696" y="173609"/>
                    </a:cubicBezTo>
                    <a:lnTo>
                      <a:pt x="98933" y="160401"/>
                    </a:lnTo>
                    <a:cubicBezTo>
                      <a:pt x="93726" y="153543"/>
                      <a:pt x="89535" y="147320"/>
                      <a:pt x="86233" y="141859"/>
                    </a:cubicBezTo>
                    <a:lnTo>
                      <a:pt x="0" y="0"/>
                    </a:lnTo>
                    <a:lnTo>
                      <a:pt x="57785" y="0"/>
                    </a:lnTo>
                    <a:lnTo>
                      <a:pt x="149733" y="150241"/>
                    </a:lnTo>
                    <a:lnTo>
                      <a:pt x="239776" y="0"/>
                    </a:lnTo>
                    <a:lnTo>
                      <a:pt x="298449" y="0"/>
                    </a:lnTo>
                    <a:lnTo>
                      <a:pt x="212344" y="141859"/>
                    </a:lnTo>
                    <a:cubicBezTo>
                      <a:pt x="210058" y="145796"/>
                      <a:pt x="205994" y="151765"/>
                      <a:pt x="200152" y="160020"/>
                    </a:cubicBezTo>
                    <a:lnTo>
                      <a:pt x="190881" y="173736"/>
                    </a:lnTo>
                    <a:cubicBezTo>
                      <a:pt x="181102" y="189103"/>
                      <a:pt x="175514" y="199390"/>
                      <a:pt x="174244" y="204597"/>
                    </a:cubicBezTo>
                    <a:lnTo>
                      <a:pt x="174752" y="206121"/>
                    </a:lnTo>
                    <a:lnTo>
                      <a:pt x="174752" y="314706"/>
                    </a:lnTo>
                    <a:lnTo>
                      <a:pt x="123825" y="314706"/>
                    </a:lnTo>
                    <a:lnTo>
                      <a:pt x="123825" y="227076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39" id="239"/>
            <p:cNvGrpSpPr/>
            <p:nvPr/>
          </p:nvGrpSpPr>
          <p:grpSpPr>
            <a:xfrm rot="0">
              <a:off x="1242470" y="470780"/>
              <a:ext cx="969672" cy="193982"/>
              <a:chOff x="0" y="0"/>
              <a:chExt cx="3609467" cy="722071"/>
            </a:xfrm>
          </p:grpSpPr>
          <p:sp>
            <p:nvSpPr>
              <p:cNvPr name="Freeform 240" id="240"/>
              <p:cNvSpPr/>
              <p:nvPr/>
            </p:nvSpPr>
            <p:spPr>
              <a:xfrm flipH="false" flipV="false" rot="0">
                <a:off x="63500" y="63500"/>
                <a:ext cx="3482469" cy="594998"/>
              </a:xfrm>
              <a:custGeom>
                <a:avLst/>
                <a:gdLst/>
                <a:ahLst/>
                <a:cxnLst/>
                <a:rect r="r" b="b" t="t" l="l"/>
                <a:pathLst>
                  <a:path h="594998" w="3482469">
                    <a:moveTo>
                      <a:pt x="3166239" y="182119"/>
                    </a:moveTo>
                    <a:lnTo>
                      <a:pt x="3166112" y="4064"/>
                    </a:lnTo>
                    <a:lnTo>
                      <a:pt x="3089785" y="41530"/>
                    </a:lnTo>
                    <a:lnTo>
                      <a:pt x="395097" y="42419"/>
                    </a:lnTo>
                    <a:lnTo>
                      <a:pt x="316103" y="0"/>
                    </a:lnTo>
                    <a:lnTo>
                      <a:pt x="316357" y="175642"/>
                    </a:lnTo>
                    <a:lnTo>
                      <a:pt x="0" y="26417"/>
                    </a:lnTo>
                    <a:lnTo>
                      <a:pt x="0" y="551183"/>
                    </a:lnTo>
                    <a:lnTo>
                      <a:pt x="311404" y="412118"/>
                    </a:lnTo>
                    <a:lnTo>
                      <a:pt x="311404" y="584966"/>
                    </a:lnTo>
                    <a:lnTo>
                      <a:pt x="394589" y="540515"/>
                    </a:lnTo>
                    <a:lnTo>
                      <a:pt x="3090674" y="540515"/>
                    </a:lnTo>
                    <a:lnTo>
                      <a:pt x="3171065" y="594999"/>
                    </a:lnTo>
                    <a:lnTo>
                      <a:pt x="3171065" y="420500"/>
                    </a:lnTo>
                    <a:lnTo>
                      <a:pt x="3482469" y="560963"/>
                    </a:lnTo>
                    <a:lnTo>
                      <a:pt x="3482469" y="3149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41" id="241"/>
              <p:cNvSpPr/>
              <p:nvPr/>
            </p:nvSpPr>
            <p:spPr>
              <a:xfrm flipH="false" flipV="false" rot="0">
                <a:off x="63500" y="52451"/>
                <a:ext cx="3482596" cy="606047"/>
              </a:xfrm>
              <a:custGeom>
                <a:avLst/>
                <a:gdLst/>
                <a:ahLst/>
                <a:cxnLst/>
                <a:rect r="r" b="b" t="t" l="l"/>
                <a:pathLst>
                  <a:path h="606047" w="3482596">
                    <a:moveTo>
                      <a:pt x="3408047" y="181611"/>
                    </a:moveTo>
                    <a:lnTo>
                      <a:pt x="3408047" y="436248"/>
                    </a:lnTo>
                    <a:lnTo>
                      <a:pt x="3141220" y="316105"/>
                    </a:lnTo>
                    <a:close/>
                    <a:moveTo>
                      <a:pt x="78867" y="415547"/>
                    </a:moveTo>
                    <a:lnTo>
                      <a:pt x="78867" y="185040"/>
                    </a:lnTo>
                    <a:lnTo>
                      <a:pt x="343662" y="306961"/>
                    </a:lnTo>
                    <a:close/>
                    <a:moveTo>
                      <a:pt x="3376424" y="0"/>
                    </a:moveTo>
                    <a:lnTo>
                      <a:pt x="370967" y="0"/>
                    </a:lnTo>
                    <a:lnTo>
                      <a:pt x="370967" y="296293"/>
                    </a:lnTo>
                    <a:lnTo>
                      <a:pt x="57912" y="152274"/>
                    </a:lnTo>
                    <a:lnTo>
                      <a:pt x="57912" y="447043"/>
                    </a:lnTo>
                    <a:lnTo>
                      <a:pt x="370967" y="318518"/>
                    </a:lnTo>
                    <a:lnTo>
                      <a:pt x="370967" y="496319"/>
                    </a:lnTo>
                    <a:lnTo>
                      <a:pt x="3111629" y="496319"/>
                    </a:lnTo>
                    <a:lnTo>
                      <a:pt x="3111629" y="325884"/>
                    </a:lnTo>
                    <a:lnTo>
                      <a:pt x="3429129" y="468887"/>
                    </a:lnTo>
                    <a:lnTo>
                      <a:pt x="3429129" y="147448"/>
                    </a:lnTo>
                    <a:lnTo>
                      <a:pt x="3413889" y="155195"/>
                    </a:lnTo>
                    <a:lnTo>
                      <a:pt x="3111629" y="307469"/>
                    </a:lnTo>
                    <a:close/>
                    <a:moveTo>
                      <a:pt x="3365248" y="564391"/>
                    </a:moveTo>
                    <a:lnTo>
                      <a:pt x="3365248" y="256923"/>
                    </a:lnTo>
                    <a:lnTo>
                      <a:pt x="3249932" y="319026"/>
                    </a:lnTo>
                    <a:close/>
                    <a:moveTo>
                      <a:pt x="126111" y="248033"/>
                    </a:moveTo>
                    <a:lnTo>
                      <a:pt x="126111" y="352173"/>
                    </a:lnTo>
                    <a:lnTo>
                      <a:pt x="236982" y="307469"/>
                    </a:lnTo>
                    <a:close/>
                    <a:moveTo>
                      <a:pt x="3461387" y="539372"/>
                    </a:moveTo>
                    <a:lnTo>
                      <a:pt x="3146173" y="396624"/>
                    </a:lnTo>
                    <a:lnTo>
                      <a:pt x="3146173" y="563121"/>
                    </a:lnTo>
                    <a:lnTo>
                      <a:pt x="3096897" y="530482"/>
                    </a:lnTo>
                    <a:lnTo>
                      <a:pt x="388747" y="532133"/>
                    </a:lnTo>
                    <a:lnTo>
                      <a:pt x="336296" y="560962"/>
                    </a:lnTo>
                    <a:lnTo>
                      <a:pt x="336804" y="388495"/>
                    </a:lnTo>
                    <a:lnTo>
                      <a:pt x="21082" y="529720"/>
                    </a:lnTo>
                    <a:lnTo>
                      <a:pt x="21082" y="70613"/>
                    </a:lnTo>
                    <a:lnTo>
                      <a:pt x="336550" y="219585"/>
                    </a:lnTo>
                    <a:lnTo>
                      <a:pt x="336296" y="46483"/>
                    </a:lnTo>
                    <a:lnTo>
                      <a:pt x="389128" y="74296"/>
                    </a:lnTo>
                    <a:lnTo>
                      <a:pt x="3096516" y="74296"/>
                    </a:lnTo>
                    <a:lnTo>
                      <a:pt x="3145919" y="50674"/>
                    </a:lnTo>
                    <a:lnTo>
                      <a:pt x="3145792" y="226189"/>
                    </a:lnTo>
                    <a:lnTo>
                      <a:pt x="3160524" y="219204"/>
                    </a:lnTo>
                    <a:lnTo>
                      <a:pt x="3461260" y="75947"/>
                    </a:lnTo>
                    <a:close/>
                    <a:moveTo>
                      <a:pt x="3166239" y="193168"/>
                    </a:moveTo>
                    <a:lnTo>
                      <a:pt x="3166112" y="15113"/>
                    </a:lnTo>
                    <a:lnTo>
                      <a:pt x="3089785" y="52579"/>
                    </a:lnTo>
                    <a:lnTo>
                      <a:pt x="395097" y="53595"/>
                    </a:lnTo>
                    <a:lnTo>
                      <a:pt x="316103" y="11049"/>
                    </a:lnTo>
                    <a:lnTo>
                      <a:pt x="316357" y="186691"/>
                    </a:lnTo>
                    <a:lnTo>
                      <a:pt x="0" y="37466"/>
                    </a:lnTo>
                    <a:lnTo>
                      <a:pt x="0" y="562232"/>
                    </a:lnTo>
                    <a:lnTo>
                      <a:pt x="311404" y="423167"/>
                    </a:lnTo>
                    <a:lnTo>
                      <a:pt x="311404" y="596015"/>
                    </a:lnTo>
                    <a:lnTo>
                      <a:pt x="394589" y="551564"/>
                    </a:lnTo>
                    <a:lnTo>
                      <a:pt x="3090674" y="551564"/>
                    </a:lnTo>
                    <a:lnTo>
                      <a:pt x="3171192" y="606048"/>
                    </a:lnTo>
                    <a:lnTo>
                      <a:pt x="3171192" y="431549"/>
                    </a:lnTo>
                    <a:lnTo>
                      <a:pt x="3482596" y="572012"/>
                    </a:lnTo>
                    <a:lnTo>
                      <a:pt x="3482596" y="42546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42" id="242"/>
              <p:cNvSpPr/>
              <p:nvPr/>
            </p:nvSpPr>
            <p:spPr>
              <a:xfrm flipH="false" flipV="false" rot="0">
                <a:off x="555752" y="216282"/>
                <a:ext cx="2580006" cy="289562"/>
              </a:xfrm>
              <a:custGeom>
                <a:avLst/>
                <a:gdLst/>
                <a:ahLst/>
                <a:cxnLst/>
                <a:rect r="r" b="b" t="t" l="l"/>
                <a:pathLst>
                  <a:path h="289562" w="2580006">
                    <a:moveTo>
                      <a:pt x="370332" y="50674"/>
                    </a:moveTo>
                    <a:cubicBezTo>
                      <a:pt x="364109" y="26543"/>
                      <a:pt x="378460" y="4826"/>
                      <a:pt x="378460" y="4826"/>
                    </a:cubicBezTo>
                    <a:lnTo>
                      <a:pt x="272796" y="4826"/>
                    </a:lnTo>
                    <a:lnTo>
                      <a:pt x="220853" y="140844"/>
                    </a:lnTo>
                    <a:lnTo>
                      <a:pt x="159385" y="4826"/>
                    </a:lnTo>
                    <a:lnTo>
                      <a:pt x="76962" y="4826"/>
                    </a:lnTo>
                    <a:cubicBezTo>
                      <a:pt x="76962" y="4826"/>
                      <a:pt x="83185" y="28448"/>
                      <a:pt x="78867" y="46990"/>
                    </a:cubicBezTo>
                    <a:cubicBezTo>
                      <a:pt x="75565" y="59945"/>
                      <a:pt x="26035" y="235714"/>
                      <a:pt x="21590" y="251462"/>
                    </a:cubicBezTo>
                    <a:cubicBezTo>
                      <a:pt x="17018" y="267210"/>
                      <a:pt x="0" y="282323"/>
                      <a:pt x="0" y="282323"/>
                    </a:cubicBezTo>
                    <a:lnTo>
                      <a:pt x="56388" y="282323"/>
                    </a:lnTo>
                    <a:cubicBezTo>
                      <a:pt x="56388" y="282323"/>
                      <a:pt x="52832" y="264416"/>
                      <a:pt x="56388" y="254256"/>
                    </a:cubicBezTo>
                    <a:cubicBezTo>
                      <a:pt x="59944" y="244096"/>
                      <a:pt x="102743" y="104649"/>
                      <a:pt x="102743" y="104649"/>
                    </a:cubicBezTo>
                    <a:lnTo>
                      <a:pt x="194818" y="289562"/>
                    </a:lnTo>
                    <a:lnTo>
                      <a:pt x="201930" y="289562"/>
                    </a:lnTo>
                    <a:lnTo>
                      <a:pt x="285242" y="92838"/>
                    </a:lnTo>
                    <a:cubicBezTo>
                      <a:pt x="285242" y="92838"/>
                      <a:pt x="329057" y="243969"/>
                      <a:pt x="331724" y="254256"/>
                    </a:cubicBezTo>
                    <a:cubicBezTo>
                      <a:pt x="334391" y="264543"/>
                      <a:pt x="329057" y="282323"/>
                      <a:pt x="329057" y="282323"/>
                    </a:cubicBezTo>
                    <a:lnTo>
                      <a:pt x="442723" y="282323"/>
                    </a:lnTo>
                    <a:cubicBezTo>
                      <a:pt x="442723" y="282323"/>
                      <a:pt x="431039" y="267210"/>
                      <a:pt x="425832" y="249684"/>
                    </a:cubicBezTo>
                    <a:cubicBezTo>
                      <a:pt x="420371" y="231904"/>
                      <a:pt x="375285" y="70232"/>
                      <a:pt x="370205" y="50674"/>
                    </a:cubicBezTo>
                    <a:moveTo>
                      <a:pt x="563500" y="176912"/>
                    </a:moveTo>
                    <a:lnTo>
                      <a:pt x="595631" y="74804"/>
                    </a:lnTo>
                    <a:lnTo>
                      <a:pt x="645669" y="176912"/>
                    </a:lnTo>
                    <a:close/>
                    <a:moveTo>
                      <a:pt x="664719" y="4699"/>
                    </a:moveTo>
                    <a:lnTo>
                      <a:pt x="559436" y="4699"/>
                    </a:lnTo>
                    <a:cubicBezTo>
                      <a:pt x="559436" y="4699"/>
                      <a:pt x="572644" y="23749"/>
                      <a:pt x="567183" y="42164"/>
                    </a:cubicBezTo>
                    <a:cubicBezTo>
                      <a:pt x="562738" y="57913"/>
                      <a:pt x="509906" y="234444"/>
                      <a:pt x="505334" y="247525"/>
                    </a:cubicBezTo>
                    <a:cubicBezTo>
                      <a:pt x="501016" y="260479"/>
                      <a:pt x="489332" y="282196"/>
                      <a:pt x="489332" y="282196"/>
                    </a:cubicBezTo>
                    <a:lnTo>
                      <a:pt x="535814" y="282196"/>
                    </a:lnTo>
                    <a:cubicBezTo>
                      <a:pt x="535814" y="282196"/>
                      <a:pt x="533909" y="265305"/>
                      <a:pt x="538481" y="254129"/>
                    </a:cubicBezTo>
                    <a:cubicBezTo>
                      <a:pt x="543053" y="242953"/>
                      <a:pt x="552705" y="208535"/>
                      <a:pt x="552705" y="208535"/>
                    </a:cubicBezTo>
                    <a:lnTo>
                      <a:pt x="661925" y="209424"/>
                    </a:lnTo>
                    <a:cubicBezTo>
                      <a:pt x="661925" y="209424"/>
                      <a:pt x="677165" y="242953"/>
                      <a:pt x="682499" y="257812"/>
                    </a:cubicBezTo>
                    <a:cubicBezTo>
                      <a:pt x="687833" y="272671"/>
                      <a:pt x="683388" y="282196"/>
                      <a:pt x="683388" y="282196"/>
                    </a:cubicBezTo>
                    <a:lnTo>
                      <a:pt x="795148" y="282196"/>
                    </a:lnTo>
                    <a:cubicBezTo>
                      <a:pt x="795148" y="282196"/>
                      <a:pt x="777241" y="262384"/>
                      <a:pt x="771018" y="246636"/>
                    </a:cubicBezTo>
                    <a:cubicBezTo>
                      <a:pt x="764922" y="230761"/>
                      <a:pt x="664719" y="4572"/>
                      <a:pt x="664719" y="4572"/>
                    </a:cubicBezTo>
                    <a:moveTo>
                      <a:pt x="950850" y="145162"/>
                    </a:moveTo>
                    <a:lnTo>
                      <a:pt x="924053" y="145162"/>
                    </a:lnTo>
                    <a:lnTo>
                      <a:pt x="924053" y="33655"/>
                    </a:lnTo>
                    <a:lnTo>
                      <a:pt x="949961" y="33655"/>
                    </a:lnTo>
                    <a:cubicBezTo>
                      <a:pt x="972313" y="33655"/>
                      <a:pt x="1006349" y="54356"/>
                      <a:pt x="1006349" y="92584"/>
                    </a:cubicBezTo>
                    <a:cubicBezTo>
                      <a:pt x="1006349" y="130811"/>
                      <a:pt x="965328" y="145162"/>
                      <a:pt x="950977" y="145162"/>
                    </a:cubicBezTo>
                    <a:moveTo>
                      <a:pt x="1075945" y="206503"/>
                    </a:moveTo>
                    <a:cubicBezTo>
                      <a:pt x="1055625" y="176531"/>
                      <a:pt x="1019684" y="159132"/>
                      <a:pt x="1019684" y="159132"/>
                    </a:cubicBezTo>
                    <a:cubicBezTo>
                      <a:pt x="1046481" y="154560"/>
                      <a:pt x="1086867" y="126747"/>
                      <a:pt x="1086867" y="84837"/>
                    </a:cubicBezTo>
                    <a:cubicBezTo>
                      <a:pt x="1086867" y="43053"/>
                      <a:pt x="1045719" y="4572"/>
                      <a:pt x="1007238" y="4572"/>
                    </a:cubicBezTo>
                    <a:lnTo>
                      <a:pt x="828930" y="4572"/>
                    </a:lnTo>
                    <a:cubicBezTo>
                      <a:pt x="828930" y="4572"/>
                      <a:pt x="840106" y="25400"/>
                      <a:pt x="840106" y="44958"/>
                    </a:cubicBezTo>
                    <a:lnTo>
                      <a:pt x="840106" y="251970"/>
                    </a:lnTo>
                    <a:cubicBezTo>
                      <a:pt x="840106" y="268861"/>
                      <a:pt x="831089" y="282069"/>
                      <a:pt x="831089" y="282069"/>
                    </a:cubicBezTo>
                    <a:lnTo>
                      <a:pt x="932054" y="282069"/>
                    </a:lnTo>
                    <a:cubicBezTo>
                      <a:pt x="932054" y="282069"/>
                      <a:pt x="924053" y="264162"/>
                      <a:pt x="924053" y="252986"/>
                    </a:cubicBezTo>
                    <a:lnTo>
                      <a:pt x="924053" y="176912"/>
                    </a:lnTo>
                    <a:cubicBezTo>
                      <a:pt x="940944" y="176912"/>
                      <a:pt x="964439" y="176658"/>
                      <a:pt x="981203" y="190882"/>
                    </a:cubicBezTo>
                    <a:cubicBezTo>
                      <a:pt x="1001904" y="208535"/>
                      <a:pt x="1001904" y="236349"/>
                      <a:pt x="1004571" y="251335"/>
                    </a:cubicBezTo>
                    <a:cubicBezTo>
                      <a:pt x="1007238" y="266194"/>
                      <a:pt x="1001015" y="282196"/>
                      <a:pt x="1001015" y="282196"/>
                    </a:cubicBezTo>
                    <a:lnTo>
                      <a:pt x="1109092" y="282196"/>
                    </a:lnTo>
                    <a:cubicBezTo>
                      <a:pt x="1109092" y="282196"/>
                      <a:pt x="1100964" y="269877"/>
                      <a:pt x="1096646" y="256923"/>
                    </a:cubicBezTo>
                    <a:cubicBezTo>
                      <a:pt x="1092074" y="243969"/>
                      <a:pt x="1088645" y="225299"/>
                      <a:pt x="1075945" y="206630"/>
                    </a:cubicBezTo>
                    <a:moveTo>
                      <a:pt x="1251205" y="176785"/>
                    </a:moveTo>
                    <a:lnTo>
                      <a:pt x="1283336" y="74677"/>
                    </a:lnTo>
                    <a:lnTo>
                      <a:pt x="1333374" y="176785"/>
                    </a:lnTo>
                    <a:close/>
                    <a:moveTo>
                      <a:pt x="1434466" y="4572"/>
                    </a:moveTo>
                    <a:lnTo>
                      <a:pt x="1329183" y="4572"/>
                    </a:lnTo>
                    <a:cubicBezTo>
                      <a:pt x="1329183" y="4572"/>
                      <a:pt x="1342518" y="23622"/>
                      <a:pt x="1337184" y="42164"/>
                    </a:cubicBezTo>
                    <a:cubicBezTo>
                      <a:pt x="1332485" y="57913"/>
                      <a:pt x="1279653" y="234443"/>
                      <a:pt x="1275335" y="247525"/>
                    </a:cubicBezTo>
                    <a:cubicBezTo>
                      <a:pt x="1270890" y="260479"/>
                      <a:pt x="1259206" y="282196"/>
                      <a:pt x="1259206" y="282196"/>
                    </a:cubicBezTo>
                    <a:lnTo>
                      <a:pt x="1305688" y="282196"/>
                    </a:lnTo>
                    <a:cubicBezTo>
                      <a:pt x="1305688" y="282196"/>
                      <a:pt x="1303910" y="265305"/>
                      <a:pt x="1308355" y="254129"/>
                    </a:cubicBezTo>
                    <a:cubicBezTo>
                      <a:pt x="1312800" y="242953"/>
                      <a:pt x="1322579" y="208535"/>
                      <a:pt x="1322579" y="208535"/>
                    </a:cubicBezTo>
                    <a:lnTo>
                      <a:pt x="1431672" y="209424"/>
                    </a:lnTo>
                    <a:cubicBezTo>
                      <a:pt x="1431672" y="209424"/>
                      <a:pt x="1447039" y="242953"/>
                      <a:pt x="1452246" y="257812"/>
                    </a:cubicBezTo>
                    <a:cubicBezTo>
                      <a:pt x="1457707" y="272671"/>
                      <a:pt x="1453135" y="282196"/>
                      <a:pt x="1453135" y="282196"/>
                    </a:cubicBezTo>
                    <a:lnTo>
                      <a:pt x="1565022" y="282196"/>
                    </a:lnTo>
                    <a:cubicBezTo>
                      <a:pt x="1565022" y="282196"/>
                      <a:pt x="1546988" y="262384"/>
                      <a:pt x="1540638" y="246763"/>
                    </a:cubicBezTo>
                    <a:cubicBezTo>
                      <a:pt x="1534542" y="230888"/>
                      <a:pt x="1434339" y="4699"/>
                      <a:pt x="1434339" y="4699"/>
                    </a:cubicBezTo>
                    <a:moveTo>
                      <a:pt x="1772413" y="115317"/>
                    </a:moveTo>
                    <a:cubicBezTo>
                      <a:pt x="1729487" y="95251"/>
                      <a:pt x="1714374" y="74296"/>
                      <a:pt x="1714374" y="62358"/>
                    </a:cubicBezTo>
                    <a:cubicBezTo>
                      <a:pt x="1714374" y="50420"/>
                      <a:pt x="1723391" y="36830"/>
                      <a:pt x="1741171" y="36830"/>
                    </a:cubicBezTo>
                    <a:cubicBezTo>
                      <a:pt x="1780541" y="36830"/>
                      <a:pt x="1820673" y="74296"/>
                      <a:pt x="1820673" y="74296"/>
                    </a:cubicBezTo>
                    <a:lnTo>
                      <a:pt x="1820673" y="26543"/>
                    </a:lnTo>
                    <a:cubicBezTo>
                      <a:pt x="1795654" y="8255"/>
                      <a:pt x="1752855" y="0"/>
                      <a:pt x="1712469" y="0"/>
                    </a:cubicBezTo>
                    <a:cubicBezTo>
                      <a:pt x="1650747" y="0"/>
                      <a:pt x="1624839" y="39370"/>
                      <a:pt x="1624839" y="69470"/>
                    </a:cubicBezTo>
                    <a:cubicBezTo>
                      <a:pt x="1624839" y="99569"/>
                      <a:pt x="1639952" y="134367"/>
                      <a:pt x="1691895" y="162815"/>
                    </a:cubicBezTo>
                    <a:cubicBezTo>
                      <a:pt x="1743838" y="191263"/>
                      <a:pt x="1763523" y="199391"/>
                      <a:pt x="1763523" y="224156"/>
                    </a:cubicBezTo>
                    <a:cubicBezTo>
                      <a:pt x="1763523" y="239778"/>
                      <a:pt x="1753617" y="255272"/>
                      <a:pt x="1722248" y="255399"/>
                    </a:cubicBezTo>
                    <a:cubicBezTo>
                      <a:pt x="1691006" y="255399"/>
                      <a:pt x="1624839" y="204979"/>
                      <a:pt x="1624839" y="204979"/>
                    </a:cubicBezTo>
                    <a:lnTo>
                      <a:pt x="1637285" y="266194"/>
                    </a:lnTo>
                    <a:cubicBezTo>
                      <a:pt x="1660653" y="278132"/>
                      <a:pt x="1683005" y="287403"/>
                      <a:pt x="1737615" y="287403"/>
                    </a:cubicBezTo>
                    <a:cubicBezTo>
                      <a:pt x="1792098" y="287403"/>
                      <a:pt x="1847597" y="260733"/>
                      <a:pt x="1847597" y="203963"/>
                    </a:cubicBezTo>
                    <a:cubicBezTo>
                      <a:pt x="1847597" y="147194"/>
                      <a:pt x="1815339" y="135256"/>
                      <a:pt x="1772413" y="115190"/>
                    </a:cubicBezTo>
                    <a:moveTo>
                      <a:pt x="2152398" y="118492"/>
                    </a:moveTo>
                    <a:cubicBezTo>
                      <a:pt x="2140841" y="92711"/>
                      <a:pt x="2119378" y="95124"/>
                      <a:pt x="2119378" y="95124"/>
                    </a:cubicBezTo>
                    <a:cubicBezTo>
                      <a:pt x="2119378" y="95124"/>
                      <a:pt x="2171194" y="34671"/>
                      <a:pt x="2181100" y="24511"/>
                    </a:cubicBezTo>
                    <a:cubicBezTo>
                      <a:pt x="2190879" y="14224"/>
                      <a:pt x="2213104" y="4572"/>
                      <a:pt x="2213104" y="4572"/>
                    </a:cubicBezTo>
                    <a:lnTo>
                      <a:pt x="2066800" y="4572"/>
                    </a:lnTo>
                    <a:lnTo>
                      <a:pt x="1940815" y="141606"/>
                    </a:lnTo>
                    <a:cubicBezTo>
                      <a:pt x="1940815" y="141606"/>
                      <a:pt x="1939672" y="54357"/>
                      <a:pt x="1939672" y="38481"/>
                    </a:cubicBezTo>
                    <a:cubicBezTo>
                      <a:pt x="1939672" y="22860"/>
                      <a:pt x="1955039" y="4699"/>
                      <a:pt x="1955039" y="4699"/>
                    </a:cubicBezTo>
                    <a:lnTo>
                      <a:pt x="1839723" y="4699"/>
                    </a:lnTo>
                    <a:cubicBezTo>
                      <a:pt x="1839723" y="4699"/>
                      <a:pt x="1856741" y="19050"/>
                      <a:pt x="1856741" y="36703"/>
                    </a:cubicBezTo>
                    <a:lnTo>
                      <a:pt x="1856741" y="259717"/>
                    </a:lnTo>
                    <a:cubicBezTo>
                      <a:pt x="1856741" y="272671"/>
                      <a:pt x="1844295" y="282196"/>
                      <a:pt x="1844295" y="282196"/>
                    </a:cubicBezTo>
                    <a:lnTo>
                      <a:pt x="1950594" y="282196"/>
                    </a:lnTo>
                    <a:cubicBezTo>
                      <a:pt x="1950594" y="282196"/>
                      <a:pt x="1943355" y="267083"/>
                      <a:pt x="1943355" y="255907"/>
                    </a:cubicBezTo>
                    <a:lnTo>
                      <a:pt x="1943355" y="200153"/>
                    </a:lnTo>
                    <a:lnTo>
                      <a:pt x="1981836" y="157354"/>
                    </a:lnTo>
                    <a:cubicBezTo>
                      <a:pt x="1981836" y="157354"/>
                      <a:pt x="1996060" y="143384"/>
                      <a:pt x="2030223" y="219076"/>
                    </a:cubicBezTo>
                    <a:cubicBezTo>
                      <a:pt x="2040510" y="242191"/>
                      <a:pt x="2048004" y="282069"/>
                      <a:pt x="2048004" y="282069"/>
                    </a:cubicBezTo>
                    <a:lnTo>
                      <a:pt x="2145667" y="282069"/>
                    </a:lnTo>
                    <a:cubicBezTo>
                      <a:pt x="2145667" y="282069"/>
                      <a:pt x="2138301" y="272417"/>
                      <a:pt x="2126617" y="251208"/>
                    </a:cubicBezTo>
                    <a:cubicBezTo>
                      <a:pt x="2115060" y="229871"/>
                      <a:pt x="2083818" y="148083"/>
                      <a:pt x="2070229" y="118365"/>
                    </a:cubicBezTo>
                    <a:moveTo>
                      <a:pt x="2266063" y="176785"/>
                    </a:moveTo>
                    <a:lnTo>
                      <a:pt x="2298320" y="74550"/>
                    </a:lnTo>
                    <a:lnTo>
                      <a:pt x="2348359" y="176658"/>
                    </a:lnTo>
                    <a:close/>
                    <a:moveTo>
                      <a:pt x="2580007" y="281942"/>
                    </a:moveTo>
                    <a:cubicBezTo>
                      <a:pt x="2580007" y="281942"/>
                      <a:pt x="2562100" y="262130"/>
                      <a:pt x="2556004" y="246382"/>
                    </a:cubicBezTo>
                    <a:cubicBezTo>
                      <a:pt x="2549527" y="230634"/>
                      <a:pt x="2449578" y="4318"/>
                      <a:pt x="2449578" y="4318"/>
                    </a:cubicBezTo>
                    <a:lnTo>
                      <a:pt x="2344168" y="4318"/>
                    </a:lnTo>
                    <a:cubicBezTo>
                      <a:pt x="2344168" y="4318"/>
                      <a:pt x="2357249" y="23368"/>
                      <a:pt x="2352296" y="41783"/>
                    </a:cubicBezTo>
                    <a:cubicBezTo>
                      <a:pt x="2347597" y="57532"/>
                      <a:pt x="2294638" y="234063"/>
                      <a:pt x="2290320" y="247144"/>
                    </a:cubicBezTo>
                    <a:cubicBezTo>
                      <a:pt x="2286001" y="260225"/>
                      <a:pt x="2274318" y="281815"/>
                      <a:pt x="2274318" y="281815"/>
                    </a:cubicBezTo>
                    <a:lnTo>
                      <a:pt x="2320673" y="281815"/>
                    </a:lnTo>
                    <a:cubicBezTo>
                      <a:pt x="2320673" y="281815"/>
                      <a:pt x="2318895" y="264924"/>
                      <a:pt x="2323467" y="253748"/>
                    </a:cubicBezTo>
                    <a:cubicBezTo>
                      <a:pt x="2328039" y="242572"/>
                      <a:pt x="2337945" y="208154"/>
                      <a:pt x="2337945" y="208154"/>
                    </a:cubicBezTo>
                    <a:lnTo>
                      <a:pt x="2446911" y="209043"/>
                    </a:lnTo>
                    <a:cubicBezTo>
                      <a:pt x="2446911" y="209043"/>
                      <a:pt x="2462151" y="242445"/>
                      <a:pt x="2467485" y="257431"/>
                    </a:cubicBezTo>
                    <a:cubicBezTo>
                      <a:pt x="2472819" y="272163"/>
                      <a:pt x="2468374" y="281815"/>
                      <a:pt x="2468374" y="281815"/>
                    </a:cubicBezTo>
                    <a:close/>
                  </a:path>
                </a:pathLst>
              </a:custGeom>
              <a:solidFill>
                <a:srgbClr val="FFFFFF">
                  <a:alpha val="58824"/>
                </a:srgbClr>
              </a:solidFill>
            </p:spPr>
          </p:sp>
        </p:grpSp>
        <p:grpSp>
          <p:nvGrpSpPr>
            <p:cNvPr name="Group 243" id="243"/>
            <p:cNvGrpSpPr/>
            <p:nvPr/>
          </p:nvGrpSpPr>
          <p:grpSpPr>
            <a:xfrm rot="0">
              <a:off x="627800" y="0"/>
              <a:ext cx="1594867" cy="418945"/>
              <a:chOff x="0" y="0"/>
              <a:chExt cx="5936653" cy="1559471"/>
            </a:xfrm>
          </p:grpSpPr>
          <p:sp>
            <p:nvSpPr>
              <p:cNvPr name="Freeform 244" id="244"/>
              <p:cNvSpPr/>
              <p:nvPr/>
            </p:nvSpPr>
            <p:spPr>
              <a:xfrm flipH="false" flipV="false" rot="0">
                <a:off x="63500" y="63500"/>
                <a:ext cx="1854073" cy="1432439"/>
              </a:xfrm>
              <a:custGeom>
                <a:avLst/>
                <a:gdLst/>
                <a:ahLst/>
                <a:cxnLst/>
                <a:rect r="r" b="b" t="t" l="l"/>
                <a:pathLst>
                  <a:path h="1432439" w="1854073">
                    <a:moveTo>
                      <a:pt x="0" y="1432439"/>
                    </a:moveTo>
                    <a:cubicBezTo>
                      <a:pt x="51816" y="1424184"/>
                      <a:pt x="88011" y="1406531"/>
                      <a:pt x="108458" y="1379226"/>
                    </a:cubicBezTo>
                    <a:cubicBezTo>
                      <a:pt x="128905" y="1351921"/>
                      <a:pt x="139192" y="1315091"/>
                      <a:pt x="139192" y="1268735"/>
                    </a:cubicBezTo>
                    <a:lnTo>
                      <a:pt x="139192" y="163704"/>
                    </a:lnTo>
                    <a:cubicBezTo>
                      <a:pt x="139192" y="117349"/>
                      <a:pt x="128905" y="80519"/>
                      <a:pt x="108458" y="53213"/>
                    </a:cubicBezTo>
                    <a:cubicBezTo>
                      <a:pt x="88011" y="25908"/>
                      <a:pt x="51816" y="8128"/>
                      <a:pt x="0" y="0"/>
                    </a:cubicBezTo>
                    <a:lnTo>
                      <a:pt x="1684147" y="0"/>
                    </a:lnTo>
                    <a:lnTo>
                      <a:pt x="1718945" y="646687"/>
                    </a:lnTo>
                    <a:cubicBezTo>
                      <a:pt x="1654810" y="540260"/>
                      <a:pt x="1587627" y="449201"/>
                      <a:pt x="1517396" y="373509"/>
                    </a:cubicBezTo>
                    <a:cubicBezTo>
                      <a:pt x="1447165" y="297816"/>
                      <a:pt x="1372743" y="235713"/>
                      <a:pt x="1294384" y="187326"/>
                    </a:cubicBezTo>
                    <a:cubicBezTo>
                      <a:pt x="1216025" y="138939"/>
                      <a:pt x="1131697" y="102744"/>
                      <a:pt x="1041654" y="78868"/>
                    </a:cubicBezTo>
                    <a:cubicBezTo>
                      <a:pt x="951611" y="54991"/>
                      <a:pt x="855345" y="42291"/>
                      <a:pt x="753110" y="40894"/>
                    </a:cubicBezTo>
                    <a:lnTo>
                      <a:pt x="529971" y="40894"/>
                    </a:lnTo>
                    <a:lnTo>
                      <a:pt x="529971" y="656847"/>
                    </a:lnTo>
                    <a:lnTo>
                      <a:pt x="579120" y="656847"/>
                    </a:lnTo>
                    <a:cubicBezTo>
                      <a:pt x="624078" y="656847"/>
                      <a:pt x="675640" y="652783"/>
                      <a:pt x="733679" y="644528"/>
                    </a:cubicBezTo>
                    <a:cubicBezTo>
                      <a:pt x="791718" y="636273"/>
                      <a:pt x="847217" y="621287"/>
                      <a:pt x="900430" y="599443"/>
                    </a:cubicBezTo>
                    <a:cubicBezTo>
                      <a:pt x="953643" y="577599"/>
                      <a:pt x="999998" y="548261"/>
                      <a:pt x="1039622" y="511431"/>
                    </a:cubicBezTo>
                    <a:cubicBezTo>
                      <a:pt x="1079246" y="474601"/>
                      <a:pt x="1103630" y="426976"/>
                      <a:pt x="1113282" y="368302"/>
                    </a:cubicBezTo>
                    <a:lnTo>
                      <a:pt x="1113282" y="986413"/>
                    </a:lnTo>
                    <a:cubicBezTo>
                      <a:pt x="1103757" y="929136"/>
                      <a:pt x="1079119" y="881765"/>
                      <a:pt x="1039622" y="844173"/>
                    </a:cubicBezTo>
                    <a:cubicBezTo>
                      <a:pt x="1000125" y="806581"/>
                      <a:pt x="953643" y="776989"/>
                      <a:pt x="900430" y="755145"/>
                    </a:cubicBezTo>
                    <a:cubicBezTo>
                      <a:pt x="847217" y="733301"/>
                      <a:pt x="791591" y="718315"/>
                      <a:pt x="733679" y="710187"/>
                    </a:cubicBezTo>
                    <a:cubicBezTo>
                      <a:pt x="675767" y="702059"/>
                      <a:pt x="624205" y="697868"/>
                      <a:pt x="579120" y="697868"/>
                    </a:cubicBezTo>
                    <a:lnTo>
                      <a:pt x="529971" y="697868"/>
                    </a:lnTo>
                    <a:lnTo>
                      <a:pt x="529971" y="1391545"/>
                    </a:lnTo>
                    <a:lnTo>
                      <a:pt x="826770" y="1391545"/>
                    </a:lnTo>
                    <a:cubicBezTo>
                      <a:pt x="941324" y="1391545"/>
                      <a:pt x="1050163" y="1381004"/>
                      <a:pt x="1153160" y="1359795"/>
                    </a:cubicBezTo>
                    <a:cubicBezTo>
                      <a:pt x="1256157" y="1338586"/>
                      <a:pt x="1351280" y="1304168"/>
                      <a:pt x="1438656" y="1256416"/>
                    </a:cubicBezTo>
                    <a:cubicBezTo>
                      <a:pt x="1526032" y="1208664"/>
                      <a:pt x="1604772" y="1146307"/>
                      <a:pt x="1675003" y="1069217"/>
                    </a:cubicBezTo>
                    <a:cubicBezTo>
                      <a:pt x="1745234" y="992128"/>
                      <a:pt x="1804923" y="897640"/>
                      <a:pt x="1854072" y="785752"/>
                    </a:cubicBezTo>
                    <a:lnTo>
                      <a:pt x="1757933" y="143243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45" id="245"/>
              <p:cNvSpPr/>
              <p:nvPr/>
            </p:nvSpPr>
            <p:spPr>
              <a:xfrm flipH="false" flipV="false" rot="0">
                <a:off x="2011679" y="63500"/>
                <a:ext cx="1964435" cy="1432439"/>
              </a:xfrm>
              <a:custGeom>
                <a:avLst/>
                <a:gdLst/>
                <a:ahLst/>
                <a:cxnLst/>
                <a:rect r="r" b="b" t="t" l="l"/>
                <a:pathLst>
                  <a:path h="1432439" w="1964435">
                    <a:moveTo>
                      <a:pt x="0" y="0"/>
                    </a:moveTo>
                    <a:lnTo>
                      <a:pt x="871728" y="0"/>
                    </a:lnTo>
                    <a:cubicBezTo>
                      <a:pt x="832104" y="9525"/>
                      <a:pt x="796671" y="27305"/>
                      <a:pt x="765302" y="53213"/>
                    </a:cubicBezTo>
                    <a:cubicBezTo>
                      <a:pt x="733933" y="79122"/>
                      <a:pt x="710311" y="111507"/>
                      <a:pt x="694690" y="150496"/>
                    </a:cubicBezTo>
                    <a:cubicBezTo>
                      <a:pt x="679069" y="189485"/>
                      <a:pt x="672846" y="233681"/>
                      <a:pt x="676275" y="283465"/>
                    </a:cubicBezTo>
                    <a:cubicBezTo>
                      <a:pt x="679704" y="333250"/>
                      <a:pt x="695706" y="386844"/>
                      <a:pt x="724408" y="444121"/>
                    </a:cubicBezTo>
                    <a:lnTo>
                      <a:pt x="1203325" y="1391545"/>
                    </a:lnTo>
                    <a:lnTo>
                      <a:pt x="1553210" y="701932"/>
                    </a:lnTo>
                    <a:cubicBezTo>
                      <a:pt x="1594104" y="620017"/>
                      <a:pt x="1618361" y="540260"/>
                      <a:pt x="1625854" y="462536"/>
                    </a:cubicBezTo>
                    <a:cubicBezTo>
                      <a:pt x="1633347" y="384812"/>
                      <a:pt x="1621790" y="314199"/>
                      <a:pt x="1591056" y="250699"/>
                    </a:cubicBezTo>
                    <a:cubicBezTo>
                      <a:pt x="1560322" y="187199"/>
                      <a:pt x="1509522" y="133351"/>
                      <a:pt x="1438656" y="89028"/>
                    </a:cubicBezTo>
                    <a:cubicBezTo>
                      <a:pt x="1367790" y="44704"/>
                      <a:pt x="1275588" y="14986"/>
                      <a:pt x="1162304" y="0"/>
                    </a:cubicBezTo>
                    <a:lnTo>
                      <a:pt x="1964436" y="0"/>
                    </a:lnTo>
                    <a:lnTo>
                      <a:pt x="1237996" y="1432439"/>
                    </a:lnTo>
                    <a:lnTo>
                      <a:pt x="832866" y="1432439"/>
                    </a:lnTo>
                    <a:lnTo>
                      <a:pt x="218948" y="212853"/>
                    </a:lnTo>
                    <a:cubicBezTo>
                      <a:pt x="208026" y="192406"/>
                      <a:pt x="195453" y="170562"/>
                      <a:pt x="181102" y="147321"/>
                    </a:cubicBezTo>
                    <a:cubicBezTo>
                      <a:pt x="166751" y="124080"/>
                      <a:pt x="150368" y="102617"/>
                      <a:pt x="131953" y="82805"/>
                    </a:cubicBezTo>
                    <a:cubicBezTo>
                      <a:pt x="113538" y="62993"/>
                      <a:pt x="93091" y="45720"/>
                      <a:pt x="70613" y="30607"/>
                    </a:cubicBezTo>
                    <a:cubicBezTo>
                      <a:pt x="48133" y="15494"/>
                      <a:pt x="24511" y="5461"/>
                      <a:pt x="0" y="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46" id="246"/>
              <p:cNvSpPr/>
              <p:nvPr/>
            </p:nvSpPr>
            <p:spPr>
              <a:xfrm flipH="false" flipV="false" rot="0">
                <a:off x="3908805" y="63500"/>
                <a:ext cx="1964309" cy="1432566"/>
              </a:xfrm>
              <a:custGeom>
                <a:avLst/>
                <a:gdLst/>
                <a:ahLst/>
                <a:cxnLst/>
                <a:rect r="r" b="b" t="t" l="l"/>
                <a:pathLst>
                  <a:path h="1432566" w="1964309">
                    <a:moveTo>
                      <a:pt x="1209293" y="931168"/>
                    </a:moveTo>
                    <a:lnTo>
                      <a:pt x="761111" y="40894"/>
                    </a:lnTo>
                    <a:lnTo>
                      <a:pt x="411226" y="730507"/>
                    </a:lnTo>
                    <a:cubicBezTo>
                      <a:pt x="371729" y="802898"/>
                      <a:pt x="347853" y="869700"/>
                      <a:pt x="339598" y="931041"/>
                    </a:cubicBezTo>
                    <a:cubicBezTo>
                      <a:pt x="331343" y="992382"/>
                      <a:pt x="334772" y="1047627"/>
                      <a:pt x="349885" y="1096777"/>
                    </a:cubicBezTo>
                    <a:cubicBezTo>
                      <a:pt x="364998" y="1145926"/>
                      <a:pt x="389382" y="1188852"/>
                      <a:pt x="423545" y="1225682"/>
                    </a:cubicBezTo>
                    <a:cubicBezTo>
                      <a:pt x="457708" y="1262512"/>
                      <a:pt x="497840" y="1293500"/>
                      <a:pt x="544322" y="1318773"/>
                    </a:cubicBezTo>
                    <a:cubicBezTo>
                      <a:pt x="590804" y="1344047"/>
                      <a:pt x="640461" y="1362716"/>
                      <a:pt x="693674" y="1375035"/>
                    </a:cubicBezTo>
                    <a:cubicBezTo>
                      <a:pt x="746887" y="1387354"/>
                      <a:pt x="800100" y="1393450"/>
                      <a:pt x="853313" y="1393450"/>
                    </a:cubicBezTo>
                    <a:cubicBezTo>
                      <a:pt x="918845" y="1393450"/>
                      <a:pt x="980948" y="1383925"/>
                      <a:pt x="1039495" y="1364875"/>
                    </a:cubicBezTo>
                    <a:cubicBezTo>
                      <a:pt x="1098042" y="1345825"/>
                      <a:pt x="1145921" y="1317123"/>
                      <a:pt x="1182751" y="1278895"/>
                    </a:cubicBezTo>
                    <a:cubicBezTo>
                      <a:pt x="1219580" y="1240668"/>
                      <a:pt x="1242059" y="1192662"/>
                      <a:pt x="1250314" y="1134623"/>
                    </a:cubicBezTo>
                    <a:cubicBezTo>
                      <a:pt x="1258570" y="1076584"/>
                      <a:pt x="1244853" y="1008765"/>
                      <a:pt x="1209420" y="931041"/>
                    </a:cubicBezTo>
                    <a:moveTo>
                      <a:pt x="0" y="1432439"/>
                    </a:moveTo>
                    <a:lnTo>
                      <a:pt x="726313" y="0"/>
                    </a:lnTo>
                    <a:lnTo>
                      <a:pt x="1129411" y="0"/>
                    </a:lnTo>
                    <a:lnTo>
                      <a:pt x="1745360" y="1219586"/>
                    </a:lnTo>
                    <a:cubicBezTo>
                      <a:pt x="1756283" y="1240033"/>
                      <a:pt x="1768855" y="1261877"/>
                      <a:pt x="1783206" y="1285118"/>
                    </a:cubicBezTo>
                    <a:cubicBezTo>
                      <a:pt x="1797558" y="1308359"/>
                      <a:pt x="1813941" y="1329823"/>
                      <a:pt x="1832355" y="1349635"/>
                    </a:cubicBezTo>
                    <a:cubicBezTo>
                      <a:pt x="1850771" y="1369447"/>
                      <a:pt x="1870836" y="1386846"/>
                      <a:pt x="1892680" y="1401832"/>
                    </a:cubicBezTo>
                    <a:cubicBezTo>
                      <a:pt x="1914524" y="1416818"/>
                      <a:pt x="1938400" y="1427105"/>
                      <a:pt x="1964309" y="1432566"/>
                    </a:cubicBez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</p:grpSp>
      <p:grpSp>
        <p:nvGrpSpPr>
          <p:cNvPr name="Group 247" id="247"/>
          <p:cNvGrpSpPr/>
          <p:nvPr/>
        </p:nvGrpSpPr>
        <p:grpSpPr>
          <a:xfrm rot="0">
            <a:off x="4888088" y="8472395"/>
            <a:ext cx="1444507" cy="684358"/>
            <a:chOff x="0" y="0"/>
            <a:chExt cx="1926010" cy="912477"/>
          </a:xfrm>
        </p:grpSpPr>
        <p:grpSp>
          <p:nvGrpSpPr>
            <p:cNvPr name="Group 248" id="248"/>
            <p:cNvGrpSpPr/>
            <p:nvPr/>
          </p:nvGrpSpPr>
          <p:grpSpPr>
            <a:xfrm rot="0">
              <a:off x="168272" y="828968"/>
              <a:ext cx="169351" cy="83274"/>
              <a:chOff x="0" y="0"/>
              <a:chExt cx="664947" cy="326962"/>
            </a:xfrm>
          </p:grpSpPr>
          <p:sp>
            <p:nvSpPr>
              <p:cNvPr name="Freeform 249" id="249"/>
              <p:cNvSpPr/>
              <p:nvPr/>
            </p:nvSpPr>
            <p:spPr>
              <a:xfrm flipH="false" flipV="false" rot="0">
                <a:off x="63500" y="63500"/>
                <a:ext cx="270130" cy="199898"/>
              </a:xfrm>
              <a:custGeom>
                <a:avLst/>
                <a:gdLst/>
                <a:ahLst/>
                <a:cxnLst/>
                <a:rect r="r" b="b" t="t" l="l"/>
                <a:pathLst>
                  <a:path h="199898" w="270130">
                    <a:moveTo>
                      <a:pt x="135129" y="174879"/>
                    </a:moveTo>
                    <a:cubicBezTo>
                      <a:pt x="197232" y="174879"/>
                      <a:pt x="236856" y="150495"/>
                      <a:pt x="236856" y="100330"/>
                    </a:cubicBezTo>
                    <a:cubicBezTo>
                      <a:pt x="236856" y="51435"/>
                      <a:pt x="197359" y="24892"/>
                      <a:pt x="135129" y="24892"/>
                    </a:cubicBezTo>
                    <a:cubicBezTo>
                      <a:pt x="72898" y="24892"/>
                      <a:pt x="33401" y="51054"/>
                      <a:pt x="33401" y="99822"/>
                    </a:cubicBezTo>
                    <a:cubicBezTo>
                      <a:pt x="33401" y="149860"/>
                      <a:pt x="72898" y="174879"/>
                      <a:pt x="135129" y="174879"/>
                    </a:cubicBezTo>
                    <a:moveTo>
                      <a:pt x="135764" y="199898"/>
                    </a:moveTo>
                    <a:cubicBezTo>
                      <a:pt x="61468" y="199898"/>
                      <a:pt x="0" y="168402"/>
                      <a:pt x="0" y="100457"/>
                    </a:cubicBezTo>
                    <a:cubicBezTo>
                      <a:pt x="0" y="33655"/>
                      <a:pt x="62103" y="0"/>
                      <a:pt x="135637" y="0"/>
                    </a:cubicBezTo>
                    <a:cubicBezTo>
                      <a:pt x="208916" y="0"/>
                      <a:pt x="270130" y="33020"/>
                      <a:pt x="270130" y="99822"/>
                    </a:cubicBezTo>
                    <a:cubicBezTo>
                      <a:pt x="270130" y="167767"/>
                      <a:pt x="209805" y="199898"/>
                      <a:pt x="135637" y="199898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50" id="250"/>
              <p:cNvSpPr/>
              <p:nvPr/>
            </p:nvSpPr>
            <p:spPr>
              <a:xfrm flipH="false" flipV="false" rot="0">
                <a:off x="401194" y="66929"/>
                <a:ext cx="200280" cy="192786"/>
              </a:xfrm>
              <a:custGeom>
                <a:avLst/>
                <a:gdLst/>
                <a:ahLst/>
                <a:cxnLst/>
                <a:rect r="r" b="b" t="t" l="l"/>
                <a:pathLst>
                  <a:path h="192786" w="200280">
                    <a:moveTo>
                      <a:pt x="159513" y="84328"/>
                    </a:moveTo>
                    <a:lnTo>
                      <a:pt x="159513" y="110617"/>
                    </a:lnTo>
                    <a:lnTo>
                      <a:pt x="31750" y="110617"/>
                    </a:lnTo>
                    <a:lnTo>
                      <a:pt x="31750" y="192786"/>
                    </a:lnTo>
                    <a:lnTo>
                      <a:pt x="0" y="192786"/>
                    </a:lnTo>
                    <a:lnTo>
                      <a:pt x="0" y="0"/>
                    </a:lnTo>
                    <a:lnTo>
                      <a:pt x="200280" y="0"/>
                    </a:lnTo>
                    <a:lnTo>
                      <a:pt x="200280" y="27432"/>
                    </a:lnTo>
                    <a:lnTo>
                      <a:pt x="31750" y="27432"/>
                    </a:lnTo>
                    <a:lnTo>
                      <a:pt x="31750" y="84328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51" id="251"/>
            <p:cNvGrpSpPr/>
            <p:nvPr/>
          </p:nvGrpSpPr>
          <p:grpSpPr>
            <a:xfrm rot="0">
              <a:off x="185760" y="1543"/>
              <a:ext cx="246606" cy="82948"/>
              <a:chOff x="0" y="0"/>
              <a:chExt cx="968273" cy="325692"/>
            </a:xfrm>
          </p:grpSpPr>
          <p:sp>
            <p:nvSpPr>
              <p:cNvPr name="Freeform 252" id="252"/>
              <p:cNvSpPr/>
              <p:nvPr/>
            </p:nvSpPr>
            <p:spPr>
              <a:xfrm flipH="false" flipV="false" rot="0">
                <a:off x="63500" y="63500"/>
                <a:ext cx="240411" cy="198754"/>
              </a:xfrm>
              <a:custGeom>
                <a:avLst/>
                <a:gdLst/>
                <a:ahLst/>
                <a:cxnLst/>
                <a:rect r="r" b="b" t="t" l="l"/>
                <a:pathLst>
                  <a:path h="198754" w="240411">
                    <a:moveTo>
                      <a:pt x="0" y="0"/>
                    </a:moveTo>
                    <a:lnTo>
                      <a:pt x="240411" y="0"/>
                    </a:lnTo>
                    <a:lnTo>
                      <a:pt x="240411" y="28067"/>
                    </a:lnTo>
                    <a:lnTo>
                      <a:pt x="136652" y="28067"/>
                    </a:lnTo>
                    <a:lnTo>
                      <a:pt x="136652" y="198754"/>
                    </a:lnTo>
                    <a:lnTo>
                      <a:pt x="103759" y="198754"/>
                    </a:lnTo>
                    <a:lnTo>
                      <a:pt x="103759" y="28067"/>
                    </a:lnTo>
                    <a:lnTo>
                      <a:pt x="0" y="2806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53" id="253"/>
              <p:cNvSpPr/>
              <p:nvPr/>
            </p:nvSpPr>
            <p:spPr>
              <a:xfrm flipH="false" flipV="false" rot="0">
                <a:off x="369697" y="63500"/>
                <a:ext cx="239141" cy="198754"/>
              </a:xfrm>
              <a:custGeom>
                <a:avLst/>
                <a:gdLst/>
                <a:ahLst/>
                <a:cxnLst/>
                <a:rect r="r" b="b" t="t" l="l"/>
                <a:pathLst>
                  <a:path h="198754" w="239141">
                    <a:moveTo>
                      <a:pt x="0" y="0"/>
                    </a:moveTo>
                    <a:lnTo>
                      <a:pt x="32766" y="0"/>
                    </a:lnTo>
                    <a:lnTo>
                      <a:pt x="32766" y="83439"/>
                    </a:lnTo>
                    <a:lnTo>
                      <a:pt x="206375" y="83439"/>
                    </a:lnTo>
                    <a:lnTo>
                      <a:pt x="206375" y="0"/>
                    </a:lnTo>
                    <a:lnTo>
                      <a:pt x="239141" y="0"/>
                    </a:lnTo>
                    <a:lnTo>
                      <a:pt x="239141" y="198754"/>
                    </a:lnTo>
                    <a:lnTo>
                      <a:pt x="206375" y="198754"/>
                    </a:lnTo>
                    <a:lnTo>
                      <a:pt x="206375" y="111759"/>
                    </a:lnTo>
                    <a:lnTo>
                      <a:pt x="32766" y="111759"/>
                    </a:lnTo>
                    <a:lnTo>
                      <a:pt x="32766" y="198627"/>
                    </a:lnTo>
                    <a:lnTo>
                      <a:pt x="0" y="19862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54" id="254"/>
              <p:cNvSpPr/>
              <p:nvPr/>
            </p:nvSpPr>
            <p:spPr>
              <a:xfrm flipH="false" flipV="false" rot="0">
                <a:off x="693293" y="63500"/>
                <a:ext cx="211455" cy="198627"/>
              </a:xfrm>
              <a:custGeom>
                <a:avLst/>
                <a:gdLst/>
                <a:ahLst/>
                <a:cxnLst/>
                <a:rect r="r" b="b" t="t" l="l"/>
                <a:pathLst>
                  <a:path h="198627" w="211455">
                    <a:moveTo>
                      <a:pt x="155702" y="83058"/>
                    </a:moveTo>
                    <a:lnTo>
                      <a:pt x="155702" y="110108"/>
                    </a:lnTo>
                    <a:lnTo>
                      <a:pt x="32893" y="110108"/>
                    </a:lnTo>
                    <a:lnTo>
                      <a:pt x="32893" y="170306"/>
                    </a:lnTo>
                    <a:lnTo>
                      <a:pt x="211455" y="170306"/>
                    </a:lnTo>
                    <a:lnTo>
                      <a:pt x="211455" y="198627"/>
                    </a:lnTo>
                    <a:lnTo>
                      <a:pt x="0" y="198627"/>
                    </a:lnTo>
                    <a:lnTo>
                      <a:pt x="0" y="0"/>
                    </a:lnTo>
                    <a:lnTo>
                      <a:pt x="203200" y="0"/>
                    </a:lnTo>
                    <a:lnTo>
                      <a:pt x="203200" y="28321"/>
                    </a:lnTo>
                    <a:lnTo>
                      <a:pt x="32893" y="28321"/>
                    </a:lnTo>
                    <a:lnTo>
                      <a:pt x="32893" y="83058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55" id="255"/>
            <p:cNvGrpSpPr/>
            <p:nvPr/>
          </p:nvGrpSpPr>
          <p:grpSpPr>
            <a:xfrm rot="0">
              <a:off x="449445" y="733"/>
              <a:ext cx="316157" cy="84974"/>
              <a:chOff x="0" y="0"/>
              <a:chExt cx="1241349" cy="333642"/>
            </a:xfrm>
          </p:grpSpPr>
          <p:sp>
            <p:nvSpPr>
              <p:cNvPr name="Freeform 256" id="256"/>
              <p:cNvSpPr/>
              <p:nvPr/>
            </p:nvSpPr>
            <p:spPr>
              <a:xfrm flipH="false" flipV="false" rot="0">
                <a:off x="63500" y="63500"/>
                <a:ext cx="235330" cy="206629"/>
              </a:xfrm>
              <a:custGeom>
                <a:avLst/>
                <a:gdLst/>
                <a:ahLst/>
                <a:cxnLst/>
                <a:rect r="r" b="b" t="t" l="l"/>
                <a:pathLst>
                  <a:path h="206629" w="235330">
                    <a:moveTo>
                      <a:pt x="2921" y="0"/>
                    </a:moveTo>
                    <a:lnTo>
                      <a:pt x="202564" y="146431"/>
                    </a:lnTo>
                    <a:lnTo>
                      <a:pt x="202564" y="3175"/>
                    </a:lnTo>
                    <a:lnTo>
                      <a:pt x="235330" y="3175"/>
                    </a:lnTo>
                    <a:lnTo>
                      <a:pt x="235330" y="206629"/>
                    </a:lnTo>
                    <a:lnTo>
                      <a:pt x="233044" y="206629"/>
                    </a:lnTo>
                    <a:lnTo>
                      <a:pt x="32766" y="57658"/>
                    </a:lnTo>
                    <a:lnTo>
                      <a:pt x="32766" y="201930"/>
                    </a:lnTo>
                    <a:lnTo>
                      <a:pt x="0" y="201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57" id="257"/>
              <p:cNvSpPr/>
              <p:nvPr/>
            </p:nvSpPr>
            <p:spPr>
              <a:xfrm flipH="false" flipV="false" rot="0">
                <a:off x="383412" y="66675"/>
                <a:ext cx="211327" cy="198755"/>
              </a:xfrm>
              <a:custGeom>
                <a:avLst/>
                <a:gdLst/>
                <a:ahLst/>
                <a:cxnLst/>
                <a:rect r="r" b="b" t="t" l="l"/>
                <a:pathLst>
                  <a:path h="198755" w="211327">
                    <a:moveTo>
                      <a:pt x="155702" y="83058"/>
                    </a:moveTo>
                    <a:lnTo>
                      <a:pt x="155702" y="110109"/>
                    </a:lnTo>
                    <a:lnTo>
                      <a:pt x="32766" y="110109"/>
                    </a:lnTo>
                    <a:lnTo>
                      <a:pt x="32766" y="170307"/>
                    </a:lnTo>
                    <a:lnTo>
                      <a:pt x="211327" y="170307"/>
                    </a:lnTo>
                    <a:lnTo>
                      <a:pt x="211327" y="198755"/>
                    </a:lnTo>
                    <a:lnTo>
                      <a:pt x="0" y="198755"/>
                    </a:lnTo>
                    <a:lnTo>
                      <a:pt x="0" y="0"/>
                    </a:lnTo>
                    <a:lnTo>
                      <a:pt x="203199" y="0"/>
                    </a:lnTo>
                    <a:lnTo>
                      <a:pt x="203199" y="28321"/>
                    </a:lnTo>
                    <a:lnTo>
                      <a:pt x="32766" y="28321"/>
                    </a:lnTo>
                    <a:lnTo>
                      <a:pt x="32766" y="83058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58" id="258"/>
              <p:cNvSpPr/>
              <p:nvPr/>
            </p:nvSpPr>
            <p:spPr>
              <a:xfrm flipH="false" flipV="false" rot="0">
                <a:off x="645285" y="66802"/>
                <a:ext cx="254761" cy="198628"/>
              </a:xfrm>
              <a:custGeom>
                <a:avLst/>
                <a:gdLst/>
                <a:ahLst/>
                <a:cxnLst/>
                <a:rect r="r" b="b" t="t" l="l"/>
                <a:pathLst>
                  <a:path h="198628" w="254761">
                    <a:moveTo>
                      <a:pt x="254762" y="198628"/>
                    </a:moveTo>
                    <a:lnTo>
                      <a:pt x="212725" y="198628"/>
                    </a:lnTo>
                    <a:lnTo>
                      <a:pt x="124841" y="112014"/>
                    </a:lnTo>
                    <a:lnTo>
                      <a:pt x="38227" y="198628"/>
                    </a:lnTo>
                    <a:lnTo>
                      <a:pt x="0" y="198628"/>
                    </a:lnTo>
                    <a:lnTo>
                      <a:pt x="106299" y="93599"/>
                    </a:lnTo>
                    <a:lnTo>
                      <a:pt x="10795" y="0"/>
                    </a:lnTo>
                    <a:lnTo>
                      <a:pt x="52832" y="0"/>
                    </a:lnTo>
                    <a:lnTo>
                      <a:pt x="129540" y="75819"/>
                    </a:lnTo>
                    <a:lnTo>
                      <a:pt x="204978" y="0"/>
                    </a:lnTo>
                    <a:lnTo>
                      <a:pt x="243205" y="0"/>
                    </a:lnTo>
                    <a:lnTo>
                      <a:pt x="147955" y="94234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59" id="259"/>
              <p:cNvSpPr/>
              <p:nvPr/>
            </p:nvSpPr>
            <p:spPr>
              <a:xfrm flipH="false" flipV="false" rot="0">
                <a:off x="937511" y="66675"/>
                <a:ext cx="240283" cy="198755"/>
              </a:xfrm>
              <a:custGeom>
                <a:avLst/>
                <a:gdLst/>
                <a:ahLst/>
                <a:cxnLst/>
                <a:rect r="r" b="b" t="t" l="l"/>
                <a:pathLst>
                  <a:path h="198755" w="240283">
                    <a:moveTo>
                      <a:pt x="0" y="0"/>
                    </a:moveTo>
                    <a:lnTo>
                      <a:pt x="240284" y="0"/>
                    </a:lnTo>
                    <a:lnTo>
                      <a:pt x="240284" y="28067"/>
                    </a:lnTo>
                    <a:lnTo>
                      <a:pt x="136525" y="28067"/>
                    </a:lnTo>
                    <a:lnTo>
                      <a:pt x="136525" y="198755"/>
                    </a:lnTo>
                    <a:lnTo>
                      <a:pt x="103759" y="198755"/>
                    </a:lnTo>
                    <a:lnTo>
                      <a:pt x="103759" y="28067"/>
                    </a:lnTo>
                    <a:lnTo>
                      <a:pt x="0" y="2806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60" id="260"/>
            <p:cNvGrpSpPr/>
            <p:nvPr/>
          </p:nvGrpSpPr>
          <p:grpSpPr>
            <a:xfrm rot="0">
              <a:off x="773517" y="0"/>
              <a:ext cx="378975" cy="85464"/>
              <a:chOff x="0" y="0"/>
              <a:chExt cx="1488008" cy="335559"/>
            </a:xfrm>
          </p:grpSpPr>
          <p:sp>
            <p:nvSpPr>
              <p:cNvPr name="Freeform 261" id="261"/>
              <p:cNvSpPr/>
              <p:nvPr/>
            </p:nvSpPr>
            <p:spPr>
              <a:xfrm flipH="false" flipV="false" rot="0">
                <a:off x="63500" y="66040"/>
                <a:ext cx="242570" cy="206120"/>
              </a:xfrm>
              <a:custGeom>
                <a:avLst/>
                <a:gdLst/>
                <a:ahLst/>
                <a:cxnLst/>
                <a:rect r="r" b="b" t="t" l="l"/>
                <a:pathLst>
                  <a:path h="206120" w="242570">
                    <a:moveTo>
                      <a:pt x="150622" y="114934"/>
                    </a:moveTo>
                    <a:lnTo>
                      <a:pt x="87884" y="112140"/>
                    </a:lnTo>
                    <a:cubicBezTo>
                      <a:pt x="36322" y="109219"/>
                      <a:pt x="6731" y="96519"/>
                      <a:pt x="6731" y="60451"/>
                    </a:cubicBezTo>
                    <a:cubicBezTo>
                      <a:pt x="6731" y="21335"/>
                      <a:pt x="47752" y="0"/>
                      <a:pt x="115570" y="0"/>
                    </a:cubicBezTo>
                    <a:cubicBezTo>
                      <a:pt x="174117" y="0"/>
                      <a:pt x="205359" y="9524"/>
                      <a:pt x="230505" y="23240"/>
                    </a:cubicBezTo>
                    <a:lnTo>
                      <a:pt x="217170" y="48132"/>
                    </a:lnTo>
                    <a:cubicBezTo>
                      <a:pt x="195453" y="36321"/>
                      <a:pt x="168783" y="26161"/>
                      <a:pt x="115570" y="26161"/>
                    </a:cubicBezTo>
                    <a:cubicBezTo>
                      <a:pt x="63627" y="26161"/>
                      <a:pt x="39116" y="37591"/>
                      <a:pt x="39116" y="58038"/>
                    </a:cubicBezTo>
                    <a:cubicBezTo>
                      <a:pt x="39116" y="76453"/>
                      <a:pt x="56261" y="82168"/>
                      <a:pt x="92964" y="83819"/>
                    </a:cubicBezTo>
                    <a:lnTo>
                      <a:pt x="155702" y="86740"/>
                    </a:lnTo>
                    <a:cubicBezTo>
                      <a:pt x="208280" y="89280"/>
                      <a:pt x="242570" y="99440"/>
                      <a:pt x="242570" y="140842"/>
                    </a:cubicBezTo>
                    <a:cubicBezTo>
                      <a:pt x="242570" y="187704"/>
                      <a:pt x="190373" y="206119"/>
                      <a:pt x="125730" y="206119"/>
                    </a:cubicBezTo>
                    <a:cubicBezTo>
                      <a:pt x="64262" y="206119"/>
                      <a:pt x="27305" y="194689"/>
                      <a:pt x="0" y="176782"/>
                    </a:cubicBezTo>
                    <a:lnTo>
                      <a:pt x="16510" y="152906"/>
                    </a:lnTo>
                    <a:cubicBezTo>
                      <a:pt x="35306" y="165352"/>
                      <a:pt x="69088" y="179957"/>
                      <a:pt x="125730" y="179957"/>
                    </a:cubicBezTo>
                    <a:cubicBezTo>
                      <a:pt x="184912" y="179957"/>
                      <a:pt x="209169" y="164971"/>
                      <a:pt x="209169" y="143382"/>
                    </a:cubicBezTo>
                    <a:cubicBezTo>
                      <a:pt x="209169" y="122427"/>
                      <a:pt x="191389" y="116966"/>
                      <a:pt x="150622" y="115061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62" id="262"/>
              <p:cNvSpPr/>
              <p:nvPr/>
            </p:nvSpPr>
            <p:spPr>
              <a:xfrm flipH="false" flipV="false" rot="0">
                <a:off x="349631" y="69596"/>
                <a:ext cx="240411" cy="198627"/>
              </a:xfrm>
              <a:custGeom>
                <a:avLst/>
                <a:gdLst/>
                <a:ahLst/>
                <a:cxnLst/>
                <a:rect r="r" b="b" t="t" l="l"/>
                <a:pathLst>
                  <a:path h="198627" w="240411">
                    <a:moveTo>
                      <a:pt x="0" y="0"/>
                    </a:moveTo>
                    <a:lnTo>
                      <a:pt x="240411" y="0"/>
                    </a:lnTo>
                    <a:lnTo>
                      <a:pt x="240411" y="27939"/>
                    </a:lnTo>
                    <a:lnTo>
                      <a:pt x="136525" y="27939"/>
                    </a:lnTo>
                    <a:lnTo>
                      <a:pt x="136525" y="198626"/>
                    </a:lnTo>
                    <a:lnTo>
                      <a:pt x="103759" y="198626"/>
                    </a:lnTo>
                    <a:lnTo>
                      <a:pt x="103759" y="27939"/>
                    </a:lnTo>
                    <a:lnTo>
                      <a:pt x="0" y="27939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63" id="263"/>
              <p:cNvSpPr/>
              <p:nvPr/>
            </p:nvSpPr>
            <p:spPr>
              <a:xfrm flipH="false" flipV="false" rot="0">
                <a:off x="580644" y="63500"/>
                <a:ext cx="280543" cy="204723"/>
              </a:xfrm>
              <a:custGeom>
                <a:avLst/>
                <a:gdLst/>
                <a:ahLst/>
                <a:cxnLst/>
                <a:rect r="r" b="b" t="t" l="l"/>
                <a:pathLst>
                  <a:path h="204723" w="280543">
                    <a:moveTo>
                      <a:pt x="77470" y="139445"/>
                    </a:moveTo>
                    <a:lnTo>
                      <a:pt x="200406" y="139445"/>
                    </a:lnTo>
                    <a:lnTo>
                      <a:pt x="138176" y="49021"/>
                    </a:lnTo>
                    <a:close/>
                    <a:moveTo>
                      <a:pt x="279527" y="75691"/>
                    </a:moveTo>
                    <a:lnTo>
                      <a:pt x="59563" y="75691"/>
                    </a:lnTo>
                    <a:lnTo>
                      <a:pt x="33782" y="114172"/>
                    </a:lnTo>
                    <a:lnTo>
                      <a:pt x="0" y="114172"/>
                    </a:lnTo>
                    <a:lnTo>
                      <a:pt x="137541" y="0"/>
                    </a:lnTo>
                    <a:lnTo>
                      <a:pt x="140081" y="0"/>
                    </a:lnTo>
                    <a:lnTo>
                      <a:pt x="280543" y="204722"/>
                    </a:lnTo>
                    <a:lnTo>
                      <a:pt x="245237" y="20472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64" id="264"/>
              <p:cNvSpPr/>
              <p:nvPr/>
            </p:nvSpPr>
            <p:spPr>
              <a:xfrm flipH="false" flipV="false" rot="0">
                <a:off x="887476" y="66167"/>
                <a:ext cx="250317" cy="205993"/>
              </a:xfrm>
              <a:custGeom>
                <a:avLst/>
                <a:gdLst/>
                <a:ahLst/>
                <a:cxnLst/>
                <a:rect r="r" b="b" t="t" l="l"/>
                <a:pathLst>
                  <a:path h="205993" w="250317">
                    <a:moveTo>
                      <a:pt x="121285" y="118998"/>
                    </a:moveTo>
                    <a:lnTo>
                      <a:pt x="121285" y="91947"/>
                    </a:lnTo>
                    <a:lnTo>
                      <a:pt x="250317" y="91947"/>
                    </a:lnTo>
                    <a:lnTo>
                      <a:pt x="250317" y="172845"/>
                    </a:lnTo>
                    <a:cubicBezTo>
                      <a:pt x="225806" y="193800"/>
                      <a:pt x="188595" y="205992"/>
                      <a:pt x="136652" y="205992"/>
                    </a:cubicBezTo>
                    <a:cubicBezTo>
                      <a:pt x="58674" y="205992"/>
                      <a:pt x="0" y="173480"/>
                      <a:pt x="0" y="103504"/>
                    </a:cubicBezTo>
                    <a:cubicBezTo>
                      <a:pt x="0" y="34670"/>
                      <a:pt x="59182" y="0"/>
                      <a:pt x="136652" y="0"/>
                    </a:cubicBezTo>
                    <a:cubicBezTo>
                      <a:pt x="185674" y="0"/>
                      <a:pt x="218821" y="9524"/>
                      <a:pt x="243586" y="29590"/>
                    </a:cubicBezTo>
                    <a:lnTo>
                      <a:pt x="226060" y="51434"/>
                    </a:lnTo>
                    <a:cubicBezTo>
                      <a:pt x="207899" y="36194"/>
                      <a:pt x="185928" y="25653"/>
                      <a:pt x="135890" y="25653"/>
                    </a:cubicBezTo>
                    <a:cubicBezTo>
                      <a:pt x="71247" y="25653"/>
                      <a:pt x="34290" y="50164"/>
                      <a:pt x="34290" y="102742"/>
                    </a:cubicBezTo>
                    <a:cubicBezTo>
                      <a:pt x="34290" y="156589"/>
                      <a:pt x="71247" y="180084"/>
                      <a:pt x="135890" y="180084"/>
                    </a:cubicBezTo>
                    <a:cubicBezTo>
                      <a:pt x="179451" y="180084"/>
                      <a:pt x="204343" y="170559"/>
                      <a:pt x="219964" y="159764"/>
                    </a:cubicBezTo>
                    <a:lnTo>
                      <a:pt x="219964" y="118998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65" id="265"/>
              <p:cNvSpPr/>
              <p:nvPr/>
            </p:nvSpPr>
            <p:spPr>
              <a:xfrm flipH="false" flipV="false" rot="0">
                <a:off x="1213104" y="69596"/>
                <a:ext cx="211455" cy="198627"/>
              </a:xfrm>
              <a:custGeom>
                <a:avLst/>
                <a:gdLst/>
                <a:ahLst/>
                <a:cxnLst/>
                <a:rect r="r" b="b" t="t" l="l"/>
                <a:pathLst>
                  <a:path h="198627" w="211455">
                    <a:moveTo>
                      <a:pt x="155703" y="83057"/>
                    </a:moveTo>
                    <a:lnTo>
                      <a:pt x="155703" y="110108"/>
                    </a:lnTo>
                    <a:lnTo>
                      <a:pt x="32766" y="110108"/>
                    </a:lnTo>
                    <a:lnTo>
                      <a:pt x="32766" y="170305"/>
                    </a:lnTo>
                    <a:lnTo>
                      <a:pt x="211456" y="170305"/>
                    </a:lnTo>
                    <a:lnTo>
                      <a:pt x="211456" y="198626"/>
                    </a:lnTo>
                    <a:lnTo>
                      <a:pt x="0" y="198626"/>
                    </a:lnTo>
                    <a:lnTo>
                      <a:pt x="0" y="0"/>
                    </a:lnTo>
                    <a:lnTo>
                      <a:pt x="203201" y="0"/>
                    </a:lnTo>
                    <a:lnTo>
                      <a:pt x="203201" y="28320"/>
                    </a:lnTo>
                    <a:lnTo>
                      <a:pt x="32766" y="28320"/>
                    </a:lnTo>
                    <a:lnTo>
                      <a:pt x="32766" y="8305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66" id="266"/>
            <p:cNvGrpSpPr/>
            <p:nvPr/>
          </p:nvGrpSpPr>
          <p:grpSpPr>
            <a:xfrm rot="0">
              <a:off x="352385" y="828340"/>
              <a:ext cx="817596" cy="84137"/>
              <a:chOff x="0" y="0"/>
              <a:chExt cx="3210192" cy="330352"/>
            </a:xfrm>
          </p:grpSpPr>
          <p:sp>
            <p:nvSpPr>
              <p:cNvPr name="Freeform 267" id="267"/>
              <p:cNvSpPr/>
              <p:nvPr/>
            </p:nvSpPr>
            <p:spPr>
              <a:xfrm flipH="false" flipV="false" rot="0">
                <a:off x="63500" y="69341"/>
                <a:ext cx="232410" cy="192782"/>
              </a:xfrm>
              <a:custGeom>
                <a:avLst/>
                <a:gdLst/>
                <a:ahLst/>
                <a:cxnLst/>
                <a:rect r="r" b="b" t="t" l="l"/>
                <a:pathLst>
                  <a:path h="192782" w="232410">
                    <a:moveTo>
                      <a:pt x="31877" y="91565"/>
                    </a:moveTo>
                    <a:lnTo>
                      <a:pt x="131445" y="91565"/>
                    </a:lnTo>
                    <a:cubicBezTo>
                      <a:pt x="173482" y="91565"/>
                      <a:pt x="194818" y="84072"/>
                      <a:pt x="194818" y="58800"/>
                    </a:cubicBezTo>
                    <a:cubicBezTo>
                      <a:pt x="194818" y="33527"/>
                      <a:pt x="175641" y="26288"/>
                      <a:pt x="131445" y="26288"/>
                    </a:cubicBezTo>
                    <a:lnTo>
                      <a:pt x="31877" y="26288"/>
                    </a:lnTo>
                    <a:close/>
                    <a:moveTo>
                      <a:pt x="194437" y="127632"/>
                    </a:moveTo>
                    <a:lnTo>
                      <a:pt x="124841" y="50926"/>
                    </a:lnTo>
                    <a:lnTo>
                      <a:pt x="31877" y="50926"/>
                    </a:lnTo>
                    <a:lnTo>
                      <a:pt x="31877" y="127632"/>
                    </a:lnTo>
                    <a:lnTo>
                      <a:pt x="0" y="127632"/>
                    </a:lnTo>
                    <a:lnTo>
                      <a:pt x="0" y="0"/>
                    </a:lnTo>
                    <a:lnTo>
                      <a:pt x="134747" y="0"/>
                    </a:lnTo>
                    <a:cubicBezTo>
                      <a:pt x="195580" y="0"/>
                      <a:pt x="227457" y="17017"/>
                      <a:pt x="227457" y="57403"/>
                    </a:cubicBezTo>
                    <a:cubicBezTo>
                      <a:pt x="227457" y="90168"/>
                      <a:pt x="204597" y="109345"/>
                      <a:pt x="161671" y="114552"/>
                    </a:cubicBezTo>
                    <a:lnTo>
                      <a:pt x="232410" y="19278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68" id="268"/>
              <p:cNvSpPr/>
              <p:nvPr/>
            </p:nvSpPr>
            <p:spPr>
              <a:xfrm flipH="false" flipV="false" rot="0">
                <a:off x="363219" y="69341"/>
                <a:ext cx="205105" cy="192909"/>
              </a:xfrm>
              <a:custGeom>
                <a:avLst/>
                <a:gdLst/>
                <a:ahLst/>
                <a:cxnLst/>
                <a:rect r="r" b="b" t="t" l="l"/>
                <a:pathLst>
                  <a:path h="192909" w="205105">
                    <a:moveTo>
                      <a:pt x="151130" y="80643"/>
                    </a:moveTo>
                    <a:lnTo>
                      <a:pt x="151130" y="106932"/>
                    </a:lnTo>
                    <a:lnTo>
                      <a:pt x="31750" y="106932"/>
                    </a:lnTo>
                    <a:lnTo>
                      <a:pt x="31750" y="165351"/>
                    </a:lnTo>
                    <a:lnTo>
                      <a:pt x="205105" y="165351"/>
                    </a:lnTo>
                    <a:lnTo>
                      <a:pt x="205105" y="192909"/>
                    </a:lnTo>
                    <a:lnTo>
                      <a:pt x="0" y="192909"/>
                    </a:lnTo>
                    <a:lnTo>
                      <a:pt x="0" y="0"/>
                    </a:lnTo>
                    <a:lnTo>
                      <a:pt x="197104" y="0"/>
                    </a:lnTo>
                    <a:lnTo>
                      <a:pt x="197104" y="27558"/>
                    </a:lnTo>
                    <a:lnTo>
                      <a:pt x="31750" y="27558"/>
                    </a:lnTo>
                    <a:lnTo>
                      <a:pt x="31750" y="8077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69" id="269"/>
              <p:cNvSpPr/>
              <p:nvPr/>
            </p:nvSpPr>
            <p:spPr>
              <a:xfrm flipH="false" flipV="false" rot="0">
                <a:off x="619632" y="66039"/>
                <a:ext cx="235458" cy="200021"/>
              </a:xfrm>
              <a:custGeom>
                <a:avLst/>
                <a:gdLst/>
                <a:ahLst/>
                <a:cxnLst/>
                <a:rect r="r" b="b" t="t" l="l"/>
                <a:pathLst>
                  <a:path h="200021" w="235458">
                    <a:moveTo>
                      <a:pt x="146177" y="111504"/>
                    </a:moveTo>
                    <a:lnTo>
                      <a:pt x="85344" y="108710"/>
                    </a:lnTo>
                    <a:cubicBezTo>
                      <a:pt x="35306" y="105916"/>
                      <a:pt x="6477" y="93597"/>
                      <a:pt x="6477" y="58673"/>
                    </a:cubicBezTo>
                    <a:cubicBezTo>
                      <a:pt x="6477" y="20700"/>
                      <a:pt x="46355" y="0"/>
                      <a:pt x="112141" y="0"/>
                    </a:cubicBezTo>
                    <a:cubicBezTo>
                      <a:pt x="169037" y="0"/>
                      <a:pt x="199263" y="9271"/>
                      <a:pt x="223773" y="22605"/>
                    </a:cubicBezTo>
                    <a:lnTo>
                      <a:pt x="210820" y="46735"/>
                    </a:lnTo>
                    <a:cubicBezTo>
                      <a:pt x="189738" y="35305"/>
                      <a:pt x="163830" y="25399"/>
                      <a:pt x="112268" y="25399"/>
                    </a:cubicBezTo>
                    <a:cubicBezTo>
                      <a:pt x="61849" y="25399"/>
                      <a:pt x="38100" y="36575"/>
                      <a:pt x="38100" y="56260"/>
                    </a:cubicBezTo>
                    <a:cubicBezTo>
                      <a:pt x="38100" y="74166"/>
                      <a:pt x="54737" y="79754"/>
                      <a:pt x="90297" y="81278"/>
                    </a:cubicBezTo>
                    <a:lnTo>
                      <a:pt x="151130" y="84072"/>
                    </a:lnTo>
                    <a:cubicBezTo>
                      <a:pt x="202184" y="86485"/>
                      <a:pt x="235458" y="96391"/>
                      <a:pt x="235458" y="136649"/>
                    </a:cubicBezTo>
                    <a:cubicBezTo>
                      <a:pt x="235458" y="182114"/>
                      <a:pt x="184785" y="200021"/>
                      <a:pt x="122047" y="200021"/>
                    </a:cubicBezTo>
                    <a:cubicBezTo>
                      <a:pt x="62357" y="200021"/>
                      <a:pt x="26543" y="188845"/>
                      <a:pt x="0" y="171574"/>
                    </a:cubicBezTo>
                    <a:lnTo>
                      <a:pt x="16129" y="148333"/>
                    </a:lnTo>
                    <a:cubicBezTo>
                      <a:pt x="34417" y="160398"/>
                      <a:pt x="67183" y="174622"/>
                      <a:pt x="122174" y="174622"/>
                    </a:cubicBezTo>
                    <a:cubicBezTo>
                      <a:pt x="179705" y="174622"/>
                      <a:pt x="203200" y="160144"/>
                      <a:pt x="203200" y="139062"/>
                    </a:cubicBezTo>
                    <a:cubicBezTo>
                      <a:pt x="203200" y="118616"/>
                      <a:pt x="185928" y="113409"/>
                      <a:pt x="146304" y="111504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0" id="270"/>
              <p:cNvSpPr/>
              <p:nvPr/>
            </p:nvSpPr>
            <p:spPr>
              <a:xfrm flipH="false" flipV="false" rot="0">
                <a:off x="897254" y="69341"/>
                <a:ext cx="233425" cy="192909"/>
              </a:xfrm>
              <a:custGeom>
                <a:avLst/>
                <a:gdLst/>
                <a:ahLst/>
                <a:cxnLst/>
                <a:rect r="r" b="b" t="t" l="l"/>
                <a:pathLst>
                  <a:path h="192909" w="233425">
                    <a:moveTo>
                      <a:pt x="0" y="0"/>
                    </a:moveTo>
                    <a:lnTo>
                      <a:pt x="233425" y="0"/>
                    </a:lnTo>
                    <a:lnTo>
                      <a:pt x="233425" y="27177"/>
                    </a:lnTo>
                    <a:lnTo>
                      <a:pt x="132587" y="27177"/>
                    </a:lnTo>
                    <a:lnTo>
                      <a:pt x="132587" y="192909"/>
                    </a:lnTo>
                    <a:lnTo>
                      <a:pt x="100837" y="192909"/>
                    </a:lnTo>
                    <a:lnTo>
                      <a:pt x="100837" y="27177"/>
                    </a:lnTo>
                    <a:lnTo>
                      <a:pt x="0" y="2717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1" id="271"/>
              <p:cNvSpPr/>
              <p:nvPr/>
            </p:nvSpPr>
            <p:spPr>
              <a:xfrm flipH="false" flipV="false" rot="0">
                <a:off x="1121535" y="63499"/>
                <a:ext cx="272288" cy="198751"/>
              </a:xfrm>
              <a:custGeom>
                <a:avLst/>
                <a:gdLst/>
                <a:ahLst/>
                <a:cxnLst/>
                <a:rect r="r" b="b" t="t" l="l"/>
                <a:pathLst>
                  <a:path h="198751" w="272288">
                    <a:moveTo>
                      <a:pt x="75184" y="135379"/>
                    </a:moveTo>
                    <a:lnTo>
                      <a:pt x="194437" y="135379"/>
                    </a:lnTo>
                    <a:lnTo>
                      <a:pt x="134112" y="47624"/>
                    </a:lnTo>
                    <a:close/>
                    <a:moveTo>
                      <a:pt x="271399" y="73531"/>
                    </a:moveTo>
                    <a:lnTo>
                      <a:pt x="57785" y="73531"/>
                    </a:lnTo>
                    <a:lnTo>
                      <a:pt x="32766" y="110869"/>
                    </a:lnTo>
                    <a:lnTo>
                      <a:pt x="0" y="110869"/>
                    </a:lnTo>
                    <a:lnTo>
                      <a:pt x="133477" y="0"/>
                    </a:lnTo>
                    <a:lnTo>
                      <a:pt x="136017" y="0"/>
                    </a:lnTo>
                    <a:lnTo>
                      <a:pt x="272288" y="198751"/>
                    </a:lnTo>
                    <a:lnTo>
                      <a:pt x="237998" y="198751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2" id="272"/>
              <p:cNvSpPr/>
              <p:nvPr/>
            </p:nvSpPr>
            <p:spPr>
              <a:xfrm flipH="false" flipV="false" rot="0">
                <a:off x="1427478" y="69341"/>
                <a:ext cx="235585" cy="196592"/>
              </a:xfrm>
              <a:custGeom>
                <a:avLst/>
                <a:gdLst/>
                <a:ahLst/>
                <a:cxnLst/>
                <a:rect r="r" b="b" t="t" l="l"/>
                <a:pathLst>
                  <a:path h="196592" w="235585">
                    <a:moveTo>
                      <a:pt x="118363" y="196592"/>
                    </a:moveTo>
                    <a:cubicBezTo>
                      <a:pt x="40513" y="196592"/>
                      <a:pt x="0" y="170304"/>
                      <a:pt x="0" y="110996"/>
                    </a:cubicBezTo>
                    <a:lnTo>
                      <a:pt x="0" y="0"/>
                    </a:lnTo>
                    <a:lnTo>
                      <a:pt x="31877" y="0"/>
                    </a:lnTo>
                    <a:lnTo>
                      <a:pt x="31877" y="107567"/>
                    </a:lnTo>
                    <a:cubicBezTo>
                      <a:pt x="31877" y="152651"/>
                      <a:pt x="53213" y="171574"/>
                      <a:pt x="117728" y="171574"/>
                    </a:cubicBezTo>
                    <a:cubicBezTo>
                      <a:pt x="182244" y="171574"/>
                      <a:pt x="203707" y="153032"/>
                      <a:pt x="203707" y="108202"/>
                    </a:cubicBezTo>
                    <a:lnTo>
                      <a:pt x="203707" y="0"/>
                    </a:lnTo>
                    <a:lnTo>
                      <a:pt x="235584" y="0"/>
                    </a:lnTo>
                    <a:lnTo>
                      <a:pt x="235584" y="110361"/>
                    </a:lnTo>
                    <a:cubicBezTo>
                      <a:pt x="235584" y="169669"/>
                      <a:pt x="196341" y="196592"/>
                      <a:pt x="118490" y="196592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3" id="273"/>
              <p:cNvSpPr/>
              <p:nvPr/>
            </p:nvSpPr>
            <p:spPr>
              <a:xfrm flipH="false" flipV="false" rot="0">
                <a:off x="1741421" y="69341"/>
                <a:ext cx="232410" cy="192782"/>
              </a:xfrm>
              <a:custGeom>
                <a:avLst/>
                <a:gdLst/>
                <a:ahLst/>
                <a:cxnLst/>
                <a:rect r="r" b="b" t="t" l="l"/>
                <a:pathLst>
                  <a:path h="192782" w="232410">
                    <a:moveTo>
                      <a:pt x="32004" y="91565"/>
                    </a:moveTo>
                    <a:lnTo>
                      <a:pt x="131572" y="91565"/>
                    </a:lnTo>
                    <a:cubicBezTo>
                      <a:pt x="173609" y="91565"/>
                      <a:pt x="194945" y="84072"/>
                      <a:pt x="194945" y="58800"/>
                    </a:cubicBezTo>
                    <a:cubicBezTo>
                      <a:pt x="194945" y="33527"/>
                      <a:pt x="175768" y="26288"/>
                      <a:pt x="131572" y="26288"/>
                    </a:cubicBezTo>
                    <a:lnTo>
                      <a:pt x="32004" y="26288"/>
                    </a:lnTo>
                    <a:close/>
                    <a:moveTo>
                      <a:pt x="194564" y="127632"/>
                    </a:moveTo>
                    <a:lnTo>
                      <a:pt x="124968" y="50926"/>
                    </a:lnTo>
                    <a:lnTo>
                      <a:pt x="31877" y="50926"/>
                    </a:lnTo>
                    <a:lnTo>
                      <a:pt x="31877" y="127632"/>
                    </a:lnTo>
                    <a:lnTo>
                      <a:pt x="0" y="127632"/>
                    </a:lnTo>
                    <a:lnTo>
                      <a:pt x="0" y="0"/>
                    </a:lnTo>
                    <a:lnTo>
                      <a:pt x="134747" y="0"/>
                    </a:lnTo>
                    <a:cubicBezTo>
                      <a:pt x="195580" y="0"/>
                      <a:pt x="227457" y="17017"/>
                      <a:pt x="227457" y="57403"/>
                    </a:cubicBezTo>
                    <a:cubicBezTo>
                      <a:pt x="227457" y="90168"/>
                      <a:pt x="204597" y="109345"/>
                      <a:pt x="161671" y="114552"/>
                    </a:cubicBezTo>
                    <a:lnTo>
                      <a:pt x="232410" y="19278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4" id="274"/>
              <p:cNvSpPr/>
              <p:nvPr/>
            </p:nvSpPr>
            <p:spPr>
              <a:xfrm flipH="false" flipV="false" rot="0">
                <a:off x="2016249" y="63499"/>
                <a:ext cx="272287" cy="198751"/>
              </a:xfrm>
              <a:custGeom>
                <a:avLst/>
                <a:gdLst/>
                <a:ahLst/>
                <a:cxnLst/>
                <a:rect r="r" b="b" t="t" l="l"/>
                <a:pathLst>
                  <a:path h="198751" w="272287">
                    <a:moveTo>
                      <a:pt x="75056" y="135379"/>
                    </a:moveTo>
                    <a:lnTo>
                      <a:pt x="194309" y="135379"/>
                    </a:lnTo>
                    <a:lnTo>
                      <a:pt x="133984" y="47624"/>
                    </a:lnTo>
                    <a:close/>
                    <a:moveTo>
                      <a:pt x="271271" y="73531"/>
                    </a:moveTo>
                    <a:lnTo>
                      <a:pt x="57784" y="73531"/>
                    </a:lnTo>
                    <a:lnTo>
                      <a:pt x="32765" y="110869"/>
                    </a:lnTo>
                    <a:lnTo>
                      <a:pt x="0" y="110869"/>
                    </a:lnTo>
                    <a:lnTo>
                      <a:pt x="133476" y="0"/>
                    </a:lnTo>
                    <a:lnTo>
                      <a:pt x="136016" y="0"/>
                    </a:lnTo>
                    <a:lnTo>
                      <a:pt x="272287" y="198751"/>
                    </a:lnTo>
                    <a:lnTo>
                      <a:pt x="237997" y="198751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5" id="275"/>
              <p:cNvSpPr/>
              <p:nvPr/>
            </p:nvSpPr>
            <p:spPr>
              <a:xfrm flipH="false" flipV="false" rot="0">
                <a:off x="2343908" y="66293"/>
                <a:ext cx="228599" cy="200529"/>
              </a:xfrm>
              <a:custGeom>
                <a:avLst/>
                <a:gdLst/>
                <a:ahLst/>
                <a:cxnLst/>
                <a:rect r="r" b="b" t="t" l="l"/>
                <a:pathLst>
                  <a:path h="200529" w="228599">
                    <a:moveTo>
                      <a:pt x="2921" y="0"/>
                    </a:moveTo>
                    <a:lnTo>
                      <a:pt x="196723" y="142110"/>
                    </a:lnTo>
                    <a:lnTo>
                      <a:pt x="196723" y="3048"/>
                    </a:lnTo>
                    <a:lnTo>
                      <a:pt x="228600" y="3048"/>
                    </a:lnTo>
                    <a:lnTo>
                      <a:pt x="228600" y="200529"/>
                    </a:lnTo>
                    <a:lnTo>
                      <a:pt x="226441" y="200529"/>
                    </a:lnTo>
                    <a:lnTo>
                      <a:pt x="31877" y="55879"/>
                    </a:lnTo>
                    <a:lnTo>
                      <a:pt x="31877" y="195957"/>
                    </a:lnTo>
                    <a:lnTo>
                      <a:pt x="0" y="1959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6" id="276"/>
              <p:cNvSpPr/>
              <p:nvPr/>
            </p:nvSpPr>
            <p:spPr>
              <a:xfrm flipH="false" flipV="false" rot="0">
                <a:off x="2636262" y="69341"/>
                <a:ext cx="233299" cy="192909"/>
              </a:xfrm>
              <a:custGeom>
                <a:avLst/>
                <a:gdLst/>
                <a:ahLst/>
                <a:cxnLst/>
                <a:rect r="r" b="b" t="t" l="l"/>
                <a:pathLst>
                  <a:path h="192909" w="233299">
                    <a:moveTo>
                      <a:pt x="0" y="0"/>
                    </a:moveTo>
                    <a:lnTo>
                      <a:pt x="233298" y="0"/>
                    </a:lnTo>
                    <a:lnTo>
                      <a:pt x="233298" y="27177"/>
                    </a:lnTo>
                    <a:lnTo>
                      <a:pt x="132587" y="27177"/>
                    </a:lnTo>
                    <a:lnTo>
                      <a:pt x="132587" y="192909"/>
                    </a:lnTo>
                    <a:lnTo>
                      <a:pt x="100710" y="192909"/>
                    </a:lnTo>
                    <a:lnTo>
                      <a:pt x="100710" y="27177"/>
                    </a:lnTo>
                    <a:lnTo>
                      <a:pt x="0" y="2717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77" id="277"/>
              <p:cNvSpPr/>
              <p:nvPr/>
            </p:nvSpPr>
            <p:spPr>
              <a:xfrm flipH="false" flipV="false" rot="0">
                <a:off x="2911216" y="66039"/>
                <a:ext cx="235458" cy="200021"/>
              </a:xfrm>
              <a:custGeom>
                <a:avLst/>
                <a:gdLst/>
                <a:ahLst/>
                <a:cxnLst/>
                <a:rect r="r" b="b" t="t" l="l"/>
                <a:pathLst>
                  <a:path h="200021" w="235458">
                    <a:moveTo>
                      <a:pt x="146177" y="111504"/>
                    </a:moveTo>
                    <a:lnTo>
                      <a:pt x="85344" y="108710"/>
                    </a:lnTo>
                    <a:cubicBezTo>
                      <a:pt x="35306" y="105916"/>
                      <a:pt x="6477" y="93597"/>
                      <a:pt x="6477" y="58673"/>
                    </a:cubicBezTo>
                    <a:cubicBezTo>
                      <a:pt x="6477" y="20700"/>
                      <a:pt x="46355" y="0"/>
                      <a:pt x="112141" y="0"/>
                    </a:cubicBezTo>
                    <a:cubicBezTo>
                      <a:pt x="169037" y="0"/>
                      <a:pt x="199263" y="9271"/>
                      <a:pt x="223774" y="22605"/>
                    </a:cubicBezTo>
                    <a:lnTo>
                      <a:pt x="210820" y="46735"/>
                    </a:lnTo>
                    <a:cubicBezTo>
                      <a:pt x="189865" y="35305"/>
                      <a:pt x="163830" y="25399"/>
                      <a:pt x="112268" y="25399"/>
                    </a:cubicBezTo>
                    <a:cubicBezTo>
                      <a:pt x="61849" y="25399"/>
                      <a:pt x="38100" y="36575"/>
                      <a:pt x="38100" y="56260"/>
                    </a:cubicBezTo>
                    <a:cubicBezTo>
                      <a:pt x="38100" y="74166"/>
                      <a:pt x="54737" y="79754"/>
                      <a:pt x="90297" y="81278"/>
                    </a:cubicBezTo>
                    <a:lnTo>
                      <a:pt x="151130" y="84072"/>
                    </a:lnTo>
                    <a:cubicBezTo>
                      <a:pt x="202184" y="86485"/>
                      <a:pt x="235458" y="96391"/>
                      <a:pt x="235458" y="136649"/>
                    </a:cubicBezTo>
                    <a:cubicBezTo>
                      <a:pt x="235458" y="182114"/>
                      <a:pt x="184785" y="200021"/>
                      <a:pt x="122047" y="200021"/>
                    </a:cubicBezTo>
                    <a:cubicBezTo>
                      <a:pt x="62357" y="200021"/>
                      <a:pt x="26543" y="188845"/>
                      <a:pt x="0" y="171574"/>
                    </a:cubicBezTo>
                    <a:lnTo>
                      <a:pt x="16129" y="148333"/>
                    </a:lnTo>
                    <a:cubicBezTo>
                      <a:pt x="34290" y="160398"/>
                      <a:pt x="67183" y="174622"/>
                      <a:pt x="122174" y="174622"/>
                    </a:cubicBezTo>
                    <a:cubicBezTo>
                      <a:pt x="179705" y="174622"/>
                      <a:pt x="203200" y="160144"/>
                      <a:pt x="203200" y="139062"/>
                    </a:cubicBezTo>
                    <a:cubicBezTo>
                      <a:pt x="203200" y="118616"/>
                      <a:pt x="185928" y="113409"/>
                      <a:pt x="146304" y="111504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78" id="278"/>
            <p:cNvGrpSpPr/>
            <p:nvPr/>
          </p:nvGrpSpPr>
          <p:grpSpPr>
            <a:xfrm rot="0">
              <a:off x="0" y="171645"/>
              <a:ext cx="1926010" cy="570756"/>
              <a:chOff x="0" y="0"/>
              <a:chExt cx="7562266" cy="2241004"/>
            </a:xfrm>
          </p:grpSpPr>
          <p:sp>
            <p:nvSpPr>
              <p:cNvPr name="Freeform 279" id="279"/>
              <p:cNvSpPr/>
              <p:nvPr/>
            </p:nvSpPr>
            <p:spPr>
              <a:xfrm flipH="false" flipV="false" rot="0">
                <a:off x="63500" y="63500"/>
                <a:ext cx="1584705" cy="2114036"/>
              </a:xfrm>
              <a:custGeom>
                <a:avLst/>
                <a:gdLst/>
                <a:ahLst/>
                <a:cxnLst/>
                <a:rect r="r" b="b" t="t" l="l"/>
                <a:pathLst>
                  <a:path h="2114036" w="1584705">
                    <a:moveTo>
                      <a:pt x="1584578" y="1890136"/>
                    </a:moveTo>
                    <a:cubicBezTo>
                      <a:pt x="1580514" y="1894708"/>
                      <a:pt x="1576577" y="1899407"/>
                      <a:pt x="1572259" y="1903979"/>
                    </a:cubicBezTo>
                    <a:cubicBezTo>
                      <a:pt x="1538731" y="1940173"/>
                      <a:pt x="1499615" y="1972304"/>
                      <a:pt x="1454657" y="2000372"/>
                    </a:cubicBezTo>
                    <a:cubicBezTo>
                      <a:pt x="1409699" y="2028438"/>
                      <a:pt x="1358264" y="2051552"/>
                      <a:pt x="1300098" y="2069078"/>
                    </a:cubicBezTo>
                    <a:cubicBezTo>
                      <a:pt x="1241932" y="2086604"/>
                      <a:pt x="1176781" y="2095494"/>
                      <a:pt x="1104518" y="2095494"/>
                    </a:cubicBezTo>
                    <a:lnTo>
                      <a:pt x="840358" y="2095494"/>
                    </a:lnTo>
                    <a:cubicBezTo>
                      <a:pt x="794511" y="2093716"/>
                      <a:pt x="756665" y="2088001"/>
                      <a:pt x="726693" y="2078349"/>
                    </a:cubicBezTo>
                    <a:cubicBezTo>
                      <a:pt x="696721" y="2068697"/>
                      <a:pt x="672464" y="2054219"/>
                      <a:pt x="654049" y="2034788"/>
                    </a:cubicBezTo>
                    <a:cubicBezTo>
                      <a:pt x="635634" y="2015357"/>
                      <a:pt x="622299" y="1989830"/>
                      <a:pt x="614425" y="1958207"/>
                    </a:cubicBezTo>
                    <a:cubicBezTo>
                      <a:pt x="606551" y="1926585"/>
                      <a:pt x="602487" y="1885945"/>
                      <a:pt x="602487" y="1836669"/>
                    </a:cubicBezTo>
                    <a:lnTo>
                      <a:pt x="602487" y="1789044"/>
                    </a:lnTo>
                    <a:lnTo>
                      <a:pt x="602487" y="309117"/>
                    </a:lnTo>
                    <a:lnTo>
                      <a:pt x="602487" y="274827"/>
                    </a:lnTo>
                    <a:cubicBezTo>
                      <a:pt x="602487" y="229107"/>
                      <a:pt x="606043" y="190245"/>
                      <a:pt x="613028" y="158622"/>
                    </a:cubicBezTo>
                    <a:cubicBezTo>
                      <a:pt x="620013" y="126999"/>
                      <a:pt x="631951" y="101346"/>
                      <a:pt x="648715" y="82042"/>
                    </a:cubicBezTo>
                    <a:cubicBezTo>
                      <a:pt x="665479" y="62738"/>
                      <a:pt x="687069" y="47625"/>
                      <a:pt x="713485" y="37084"/>
                    </a:cubicBezTo>
                    <a:cubicBezTo>
                      <a:pt x="739901" y="26543"/>
                      <a:pt x="772540" y="19558"/>
                      <a:pt x="811275" y="16002"/>
                    </a:cubicBezTo>
                    <a:lnTo>
                      <a:pt x="919606" y="16002"/>
                    </a:lnTo>
                    <a:lnTo>
                      <a:pt x="919606" y="13208"/>
                    </a:lnTo>
                    <a:lnTo>
                      <a:pt x="919606" y="0"/>
                    </a:lnTo>
                    <a:lnTo>
                      <a:pt x="909065" y="0"/>
                    </a:lnTo>
                    <a:lnTo>
                      <a:pt x="0" y="0"/>
                    </a:lnTo>
                    <a:lnTo>
                      <a:pt x="0" y="15875"/>
                    </a:lnTo>
                    <a:lnTo>
                      <a:pt x="81915" y="15875"/>
                    </a:lnTo>
                    <a:cubicBezTo>
                      <a:pt x="169926" y="21209"/>
                      <a:pt x="231648" y="41910"/>
                      <a:pt x="266954" y="77978"/>
                    </a:cubicBezTo>
                    <a:cubicBezTo>
                      <a:pt x="302260" y="114045"/>
                      <a:pt x="319786" y="180593"/>
                      <a:pt x="319786" y="277494"/>
                    </a:cubicBezTo>
                    <a:lnTo>
                      <a:pt x="319786" y="309244"/>
                    </a:lnTo>
                    <a:lnTo>
                      <a:pt x="319786" y="1833875"/>
                    </a:lnTo>
                    <a:cubicBezTo>
                      <a:pt x="319786" y="1890263"/>
                      <a:pt x="314452" y="1935220"/>
                      <a:pt x="303911" y="1968621"/>
                    </a:cubicBezTo>
                    <a:cubicBezTo>
                      <a:pt x="293370" y="2002022"/>
                      <a:pt x="275717" y="2028565"/>
                      <a:pt x="251079" y="2047869"/>
                    </a:cubicBezTo>
                    <a:cubicBezTo>
                      <a:pt x="226441" y="2067173"/>
                      <a:pt x="193802" y="2080000"/>
                      <a:pt x="153289" y="2086223"/>
                    </a:cubicBezTo>
                    <a:cubicBezTo>
                      <a:pt x="112776" y="2092446"/>
                      <a:pt x="62484" y="2095494"/>
                      <a:pt x="2667" y="2095494"/>
                    </a:cubicBezTo>
                    <a:lnTo>
                      <a:pt x="2667" y="2114036"/>
                    </a:lnTo>
                    <a:lnTo>
                      <a:pt x="922273" y="2114036"/>
                    </a:lnTo>
                    <a:lnTo>
                      <a:pt x="1432940" y="2114036"/>
                    </a:lnTo>
                    <a:lnTo>
                      <a:pt x="1584705" y="2114036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80" id="280"/>
              <p:cNvSpPr/>
              <p:nvPr/>
            </p:nvSpPr>
            <p:spPr>
              <a:xfrm flipH="false" flipV="false" rot="0">
                <a:off x="5914004" y="63500"/>
                <a:ext cx="1584705" cy="2113909"/>
              </a:xfrm>
              <a:custGeom>
                <a:avLst/>
                <a:gdLst/>
                <a:ahLst/>
                <a:cxnLst/>
                <a:rect r="r" b="b" t="t" l="l"/>
                <a:pathLst>
                  <a:path h="2113909" w="1584705">
                    <a:moveTo>
                      <a:pt x="1265046" y="277494"/>
                    </a:moveTo>
                    <a:cubicBezTo>
                      <a:pt x="1265046" y="180593"/>
                      <a:pt x="1282699" y="114173"/>
                      <a:pt x="1317878" y="77978"/>
                    </a:cubicBezTo>
                    <a:cubicBezTo>
                      <a:pt x="1353057" y="41783"/>
                      <a:pt x="1414779" y="21082"/>
                      <a:pt x="1502790" y="15875"/>
                    </a:cubicBezTo>
                    <a:lnTo>
                      <a:pt x="1584705" y="15875"/>
                    </a:lnTo>
                    <a:lnTo>
                      <a:pt x="1584705" y="0"/>
                    </a:lnTo>
                    <a:lnTo>
                      <a:pt x="675767" y="0"/>
                    </a:lnTo>
                    <a:lnTo>
                      <a:pt x="665225" y="0"/>
                    </a:lnTo>
                    <a:lnTo>
                      <a:pt x="665225" y="13208"/>
                    </a:lnTo>
                    <a:lnTo>
                      <a:pt x="665225" y="15875"/>
                    </a:lnTo>
                    <a:lnTo>
                      <a:pt x="773557" y="15875"/>
                    </a:lnTo>
                    <a:cubicBezTo>
                      <a:pt x="812292" y="19431"/>
                      <a:pt x="844931" y="26416"/>
                      <a:pt x="871347" y="37084"/>
                    </a:cubicBezTo>
                    <a:cubicBezTo>
                      <a:pt x="897762" y="47752"/>
                      <a:pt x="919353" y="62611"/>
                      <a:pt x="936117" y="82042"/>
                    </a:cubicBezTo>
                    <a:cubicBezTo>
                      <a:pt x="952881" y="101473"/>
                      <a:pt x="964819" y="126999"/>
                      <a:pt x="971804" y="158622"/>
                    </a:cubicBezTo>
                    <a:cubicBezTo>
                      <a:pt x="978788" y="190245"/>
                      <a:pt x="982345" y="229107"/>
                      <a:pt x="982345" y="274827"/>
                    </a:cubicBezTo>
                    <a:lnTo>
                      <a:pt x="982345" y="309244"/>
                    </a:lnTo>
                    <a:lnTo>
                      <a:pt x="982345" y="1788917"/>
                    </a:lnTo>
                    <a:lnTo>
                      <a:pt x="982345" y="1836542"/>
                    </a:lnTo>
                    <a:cubicBezTo>
                      <a:pt x="982345" y="1885818"/>
                      <a:pt x="978408" y="1926331"/>
                      <a:pt x="970534" y="1958080"/>
                    </a:cubicBezTo>
                    <a:cubicBezTo>
                      <a:pt x="962660" y="1989830"/>
                      <a:pt x="949324" y="2015357"/>
                      <a:pt x="930910" y="2034661"/>
                    </a:cubicBezTo>
                    <a:cubicBezTo>
                      <a:pt x="912495" y="2053965"/>
                      <a:pt x="888237" y="2068570"/>
                      <a:pt x="858266" y="2078222"/>
                    </a:cubicBezTo>
                    <a:cubicBezTo>
                      <a:pt x="828294" y="2087874"/>
                      <a:pt x="790448" y="2093716"/>
                      <a:pt x="744600" y="2095367"/>
                    </a:cubicBezTo>
                    <a:lnTo>
                      <a:pt x="480187" y="2095367"/>
                    </a:lnTo>
                    <a:cubicBezTo>
                      <a:pt x="407924" y="2095367"/>
                      <a:pt x="342773" y="2086604"/>
                      <a:pt x="284607" y="2068951"/>
                    </a:cubicBezTo>
                    <a:cubicBezTo>
                      <a:pt x="226441" y="2051298"/>
                      <a:pt x="174879" y="2028438"/>
                      <a:pt x="130048" y="2000244"/>
                    </a:cubicBezTo>
                    <a:cubicBezTo>
                      <a:pt x="85217" y="1972050"/>
                      <a:pt x="45974" y="1939919"/>
                      <a:pt x="12446" y="1903852"/>
                    </a:cubicBezTo>
                    <a:cubicBezTo>
                      <a:pt x="8128" y="1899280"/>
                      <a:pt x="4191" y="1894581"/>
                      <a:pt x="0" y="1889882"/>
                    </a:cubicBezTo>
                    <a:lnTo>
                      <a:pt x="0" y="2113909"/>
                    </a:lnTo>
                    <a:lnTo>
                      <a:pt x="151892" y="2113909"/>
                    </a:lnTo>
                    <a:lnTo>
                      <a:pt x="662559" y="2113909"/>
                    </a:lnTo>
                    <a:lnTo>
                      <a:pt x="1582165" y="2113909"/>
                    </a:lnTo>
                    <a:lnTo>
                      <a:pt x="1582165" y="2095494"/>
                    </a:lnTo>
                    <a:cubicBezTo>
                      <a:pt x="1522348" y="2095494"/>
                      <a:pt x="1472056" y="2092446"/>
                      <a:pt x="1431543" y="2086223"/>
                    </a:cubicBezTo>
                    <a:cubicBezTo>
                      <a:pt x="1391030" y="2080000"/>
                      <a:pt x="1358518" y="2067300"/>
                      <a:pt x="1333753" y="2047869"/>
                    </a:cubicBezTo>
                    <a:cubicBezTo>
                      <a:pt x="1308988" y="2028438"/>
                      <a:pt x="1291462" y="2002022"/>
                      <a:pt x="1280921" y="1968621"/>
                    </a:cubicBezTo>
                    <a:cubicBezTo>
                      <a:pt x="1270380" y="1935220"/>
                      <a:pt x="1265046" y="1890263"/>
                      <a:pt x="1265046" y="1833875"/>
                    </a:cubicBezTo>
                    <a:lnTo>
                      <a:pt x="1265046" y="309117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81" id="281"/>
              <p:cNvSpPr/>
              <p:nvPr/>
            </p:nvSpPr>
            <p:spPr>
              <a:xfrm flipH="false" flipV="false" rot="0">
                <a:off x="1493773" y="63500"/>
                <a:ext cx="4574664" cy="2114036"/>
              </a:xfrm>
              <a:custGeom>
                <a:avLst/>
                <a:gdLst/>
                <a:ahLst/>
                <a:cxnLst/>
                <a:rect r="r" b="b" t="t" l="l"/>
                <a:pathLst>
                  <a:path h="2114036" w="4574664">
                    <a:moveTo>
                      <a:pt x="4252591" y="1590797"/>
                    </a:moveTo>
                    <a:cubicBezTo>
                      <a:pt x="4252464" y="1590543"/>
                      <a:pt x="4252338" y="1590289"/>
                      <a:pt x="4252338" y="1590035"/>
                    </a:cubicBezTo>
                    <a:lnTo>
                      <a:pt x="4252338" y="309117"/>
                    </a:lnTo>
                    <a:cubicBezTo>
                      <a:pt x="4252338" y="303783"/>
                      <a:pt x="4252845" y="298576"/>
                      <a:pt x="4253607" y="293242"/>
                    </a:cubicBezTo>
                    <a:cubicBezTo>
                      <a:pt x="4254370" y="287908"/>
                      <a:pt x="4254877" y="282701"/>
                      <a:pt x="4254877" y="277367"/>
                    </a:cubicBezTo>
                    <a:cubicBezTo>
                      <a:pt x="4254877" y="180466"/>
                      <a:pt x="4272022" y="114046"/>
                      <a:pt x="4306439" y="77851"/>
                    </a:cubicBezTo>
                    <a:cubicBezTo>
                      <a:pt x="4340856" y="41656"/>
                      <a:pt x="4402070" y="21082"/>
                      <a:pt x="4490081" y="15748"/>
                    </a:cubicBezTo>
                    <a:lnTo>
                      <a:pt x="4574663" y="15748"/>
                    </a:lnTo>
                    <a:lnTo>
                      <a:pt x="4574663" y="0"/>
                    </a:lnTo>
                    <a:lnTo>
                      <a:pt x="3972302" y="0"/>
                    </a:lnTo>
                    <a:lnTo>
                      <a:pt x="3108322" y="0"/>
                    </a:lnTo>
                    <a:lnTo>
                      <a:pt x="3089780" y="0"/>
                    </a:lnTo>
                    <a:lnTo>
                      <a:pt x="3089399" y="1270"/>
                    </a:lnTo>
                    <a:lnTo>
                      <a:pt x="2677920" y="1270"/>
                    </a:lnTo>
                    <a:lnTo>
                      <a:pt x="2677920" y="19685"/>
                    </a:lnTo>
                    <a:cubicBezTo>
                      <a:pt x="2679698" y="19685"/>
                      <a:pt x="2691128" y="20193"/>
                      <a:pt x="2712210" y="20955"/>
                    </a:cubicBezTo>
                    <a:cubicBezTo>
                      <a:pt x="2733292" y="21717"/>
                      <a:pt x="2758310" y="25400"/>
                      <a:pt x="2787394" y="31496"/>
                    </a:cubicBezTo>
                    <a:cubicBezTo>
                      <a:pt x="2816477" y="37592"/>
                      <a:pt x="2846703" y="47371"/>
                      <a:pt x="2878453" y="60452"/>
                    </a:cubicBezTo>
                    <a:cubicBezTo>
                      <a:pt x="2910203" y="73533"/>
                      <a:pt x="2936491" y="92075"/>
                      <a:pt x="2957573" y="115824"/>
                    </a:cubicBezTo>
                    <a:cubicBezTo>
                      <a:pt x="2978655" y="139572"/>
                      <a:pt x="2991863" y="169544"/>
                      <a:pt x="2997070" y="205485"/>
                    </a:cubicBezTo>
                    <a:cubicBezTo>
                      <a:pt x="3002277" y="241426"/>
                      <a:pt x="2994403" y="285876"/>
                      <a:pt x="2973321" y="338708"/>
                    </a:cubicBezTo>
                    <a:lnTo>
                      <a:pt x="2406267" y="1757929"/>
                    </a:lnTo>
                    <a:lnTo>
                      <a:pt x="1841752" y="346709"/>
                    </a:lnTo>
                    <a:cubicBezTo>
                      <a:pt x="1810130" y="267588"/>
                      <a:pt x="1792985" y="206501"/>
                      <a:pt x="1790318" y="163321"/>
                    </a:cubicBezTo>
                    <a:cubicBezTo>
                      <a:pt x="1787650" y="120141"/>
                      <a:pt x="1797302" y="88646"/>
                      <a:pt x="1819274" y="68326"/>
                    </a:cubicBezTo>
                    <a:cubicBezTo>
                      <a:pt x="1841244" y="48006"/>
                      <a:pt x="1875026" y="35814"/>
                      <a:pt x="1920874" y="31369"/>
                    </a:cubicBezTo>
                    <a:cubicBezTo>
                      <a:pt x="1966720" y="26924"/>
                      <a:pt x="2021076" y="22987"/>
                      <a:pt x="2084449" y="19558"/>
                    </a:cubicBezTo>
                    <a:lnTo>
                      <a:pt x="2084449" y="1270"/>
                    </a:lnTo>
                    <a:lnTo>
                      <a:pt x="1675382" y="1270"/>
                    </a:lnTo>
                    <a:lnTo>
                      <a:pt x="1675382" y="0"/>
                    </a:lnTo>
                    <a:lnTo>
                      <a:pt x="1656840" y="0"/>
                    </a:lnTo>
                    <a:lnTo>
                      <a:pt x="602487" y="0"/>
                    </a:lnTo>
                    <a:lnTo>
                      <a:pt x="0" y="0"/>
                    </a:lnTo>
                    <a:lnTo>
                      <a:pt x="0" y="15875"/>
                    </a:lnTo>
                    <a:lnTo>
                      <a:pt x="84582" y="15875"/>
                    </a:lnTo>
                    <a:cubicBezTo>
                      <a:pt x="172593" y="21209"/>
                      <a:pt x="233934" y="41910"/>
                      <a:pt x="268224" y="77978"/>
                    </a:cubicBezTo>
                    <a:cubicBezTo>
                      <a:pt x="302513" y="114045"/>
                      <a:pt x="319785" y="180593"/>
                      <a:pt x="319785" y="277494"/>
                    </a:cubicBezTo>
                    <a:cubicBezTo>
                      <a:pt x="319785" y="282828"/>
                      <a:pt x="320166" y="288035"/>
                      <a:pt x="321055" y="293369"/>
                    </a:cubicBezTo>
                    <a:cubicBezTo>
                      <a:pt x="321944" y="298703"/>
                      <a:pt x="322325" y="303910"/>
                      <a:pt x="322325" y="309244"/>
                    </a:cubicBezTo>
                    <a:lnTo>
                      <a:pt x="322325" y="1590035"/>
                    </a:lnTo>
                    <a:cubicBezTo>
                      <a:pt x="322199" y="1590416"/>
                      <a:pt x="322071" y="1590797"/>
                      <a:pt x="321944" y="1591178"/>
                    </a:cubicBezTo>
                    <a:lnTo>
                      <a:pt x="321944" y="2114036"/>
                    </a:lnTo>
                    <a:lnTo>
                      <a:pt x="924813" y="2114036"/>
                    </a:lnTo>
                    <a:lnTo>
                      <a:pt x="2048254" y="2114036"/>
                    </a:lnTo>
                    <a:lnTo>
                      <a:pt x="2066796" y="2114036"/>
                    </a:lnTo>
                    <a:lnTo>
                      <a:pt x="1826004" y="1485134"/>
                    </a:lnTo>
                    <a:lnTo>
                      <a:pt x="1807462" y="1485134"/>
                    </a:lnTo>
                    <a:cubicBezTo>
                      <a:pt x="1784602" y="1599687"/>
                      <a:pt x="1744851" y="1701795"/>
                      <a:pt x="1688590" y="1791711"/>
                    </a:cubicBezTo>
                    <a:cubicBezTo>
                      <a:pt x="1663952" y="1830446"/>
                      <a:pt x="1634869" y="1867911"/>
                      <a:pt x="1601341" y="1903979"/>
                    </a:cubicBezTo>
                    <a:cubicBezTo>
                      <a:pt x="1567813" y="1940047"/>
                      <a:pt x="1528697" y="1972304"/>
                      <a:pt x="1483739" y="2000372"/>
                    </a:cubicBezTo>
                    <a:cubicBezTo>
                      <a:pt x="1438781" y="2028438"/>
                      <a:pt x="1387220" y="2051425"/>
                      <a:pt x="1329181" y="2069078"/>
                    </a:cubicBezTo>
                    <a:cubicBezTo>
                      <a:pt x="1271142" y="2086731"/>
                      <a:pt x="1205864" y="2095494"/>
                      <a:pt x="1133601" y="2095494"/>
                    </a:cubicBezTo>
                    <a:lnTo>
                      <a:pt x="840358" y="2095494"/>
                    </a:lnTo>
                    <a:cubicBezTo>
                      <a:pt x="796289" y="2093716"/>
                      <a:pt x="759332" y="2088001"/>
                      <a:pt x="729360" y="2078349"/>
                    </a:cubicBezTo>
                    <a:cubicBezTo>
                      <a:pt x="699388" y="2068697"/>
                      <a:pt x="675258" y="2054092"/>
                      <a:pt x="656716" y="2034788"/>
                    </a:cubicBezTo>
                    <a:cubicBezTo>
                      <a:pt x="638174" y="2015484"/>
                      <a:pt x="624966" y="1989830"/>
                      <a:pt x="617092" y="1958207"/>
                    </a:cubicBezTo>
                    <a:cubicBezTo>
                      <a:pt x="609218" y="1926585"/>
                      <a:pt x="605154" y="1885945"/>
                      <a:pt x="605154" y="1836669"/>
                    </a:cubicBezTo>
                    <a:cubicBezTo>
                      <a:pt x="605154" y="1813809"/>
                      <a:pt x="604265" y="1797934"/>
                      <a:pt x="602487" y="1789044"/>
                    </a:cubicBezTo>
                    <a:lnTo>
                      <a:pt x="602487" y="1064892"/>
                    </a:lnTo>
                    <a:lnTo>
                      <a:pt x="948689" y="1064892"/>
                    </a:lnTo>
                    <a:lnTo>
                      <a:pt x="967231" y="1064892"/>
                    </a:lnTo>
                    <a:cubicBezTo>
                      <a:pt x="1046479" y="1064892"/>
                      <a:pt x="1108582" y="1080767"/>
                      <a:pt x="1153540" y="1112517"/>
                    </a:cubicBezTo>
                    <a:cubicBezTo>
                      <a:pt x="1198498" y="1144267"/>
                      <a:pt x="1232407" y="1180842"/>
                      <a:pt x="1255267" y="1222117"/>
                    </a:cubicBezTo>
                    <a:cubicBezTo>
                      <a:pt x="1278127" y="1263392"/>
                      <a:pt x="1292224" y="1303651"/>
                      <a:pt x="1297558" y="1342386"/>
                    </a:cubicBezTo>
                    <a:cubicBezTo>
                      <a:pt x="1302892" y="1381121"/>
                      <a:pt x="1305432" y="1406775"/>
                      <a:pt x="1305432" y="1418967"/>
                    </a:cubicBezTo>
                    <a:lnTo>
                      <a:pt x="1305432" y="1426841"/>
                    </a:lnTo>
                    <a:lnTo>
                      <a:pt x="1323974" y="1426841"/>
                    </a:lnTo>
                    <a:lnTo>
                      <a:pt x="1323974" y="1064892"/>
                    </a:lnTo>
                    <a:lnTo>
                      <a:pt x="1323974" y="1049017"/>
                    </a:lnTo>
                    <a:lnTo>
                      <a:pt x="1323974" y="689735"/>
                    </a:lnTo>
                    <a:lnTo>
                      <a:pt x="1305432" y="689735"/>
                    </a:lnTo>
                    <a:lnTo>
                      <a:pt x="1305432" y="697609"/>
                    </a:lnTo>
                    <a:cubicBezTo>
                      <a:pt x="1305432" y="709928"/>
                      <a:pt x="1302765" y="734566"/>
                      <a:pt x="1297558" y="771650"/>
                    </a:cubicBezTo>
                    <a:cubicBezTo>
                      <a:pt x="1292351" y="808734"/>
                      <a:pt x="1278635" y="847341"/>
                      <a:pt x="1256537" y="887854"/>
                    </a:cubicBezTo>
                    <a:cubicBezTo>
                      <a:pt x="1234439" y="928367"/>
                      <a:pt x="1201927" y="964943"/>
                      <a:pt x="1158747" y="997582"/>
                    </a:cubicBezTo>
                    <a:cubicBezTo>
                      <a:pt x="1115567" y="1030221"/>
                      <a:pt x="1056131" y="1047366"/>
                      <a:pt x="980439" y="1049144"/>
                    </a:cubicBezTo>
                    <a:lnTo>
                      <a:pt x="602487" y="1049144"/>
                    </a:lnTo>
                    <a:lnTo>
                      <a:pt x="602487" y="309117"/>
                    </a:lnTo>
                    <a:lnTo>
                      <a:pt x="602487" y="15875"/>
                    </a:lnTo>
                    <a:lnTo>
                      <a:pt x="1019936" y="15875"/>
                    </a:lnTo>
                    <a:lnTo>
                      <a:pt x="1099184" y="15875"/>
                    </a:lnTo>
                    <a:cubicBezTo>
                      <a:pt x="1208404" y="15875"/>
                      <a:pt x="1296415" y="33020"/>
                      <a:pt x="1363471" y="67437"/>
                    </a:cubicBezTo>
                    <a:cubicBezTo>
                      <a:pt x="1387474" y="79756"/>
                      <a:pt x="1409063" y="93599"/>
                      <a:pt x="1429383" y="108204"/>
                    </a:cubicBezTo>
                    <a:cubicBezTo>
                      <a:pt x="1442718" y="123824"/>
                      <a:pt x="1456180" y="142239"/>
                      <a:pt x="1469769" y="163448"/>
                    </a:cubicBezTo>
                    <a:cubicBezTo>
                      <a:pt x="1496185" y="204850"/>
                      <a:pt x="1525141" y="265048"/>
                      <a:pt x="1556764" y="344169"/>
                    </a:cubicBezTo>
                    <a:lnTo>
                      <a:pt x="2263646" y="2108829"/>
                    </a:lnTo>
                    <a:lnTo>
                      <a:pt x="2284728" y="2108829"/>
                    </a:lnTo>
                    <a:lnTo>
                      <a:pt x="2997070" y="336168"/>
                    </a:lnTo>
                    <a:cubicBezTo>
                      <a:pt x="3028693" y="257047"/>
                      <a:pt x="3066539" y="196341"/>
                      <a:pt x="3110481" y="154177"/>
                    </a:cubicBezTo>
                    <a:cubicBezTo>
                      <a:pt x="3154423" y="112014"/>
                      <a:pt x="3196206" y="80772"/>
                      <a:pt x="3235830" y="60579"/>
                    </a:cubicBezTo>
                    <a:cubicBezTo>
                      <a:pt x="3252594" y="52070"/>
                      <a:pt x="3268088" y="45339"/>
                      <a:pt x="3282820" y="39751"/>
                    </a:cubicBezTo>
                    <a:cubicBezTo>
                      <a:pt x="3337430" y="24003"/>
                      <a:pt x="3401565" y="15875"/>
                      <a:pt x="3475605" y="15875"/>
                    </a:cubicBezTo>
                    <a:lnTo>
                      <a:pt x="3554854" y="15875"/>
                    </a:lnTo>
                    <a:lnTo>
                      <a:pt x="3972302" y="15875"/>
                    </a:lnTo>
                    <a:lnTo>
                      <a:pt x="3972302" y="309244"/>
                    </a:lnTo>
                    <a:lnTo>
                      <a:pt x="3972302" y="1049017"/>
                    </a:lnTo>
                    <a:lnTo>
                      <a:pt x="3594351" y="1049017"/>
                    </a:lnTo>
                    <a:cubicBezTo>
                      <a:pt x="3518659" y="1047239"/>
                      <a:pt x="3459096" y="1030094"/>
                      <a:pt x="3416043" y="997455"/>
                    </a:cubicBezTo>
                    <a:cubicBezTo>
                      <a:pt x="3372990" y="964816"/>
                      <a:pt x="3340351" y="928367"/>
                      <a:pt x="3318253" y="887727"/>
                    </a:cubicBezTo>
                    <a:cubicBezTo>
                      <a:pt x="3296155" y="847087"/>
                      <a:pt x="3282566" y="808480"/>
                      <a:pt x="3277232" y="771523"/>
                    </a:cubicBezTo>
                    <a:cubicBezTo>
                      <a:pt x="3271898" y="734566"/>
                      <a:pt x="3269358" y="709928"/>
                      <a:pt x="3269358" y="697482"/>
                    </a:cubicBezTo>
                    <a:lnTo>
                      <a:pt x="3269358" y="689608"/>
                    </a:lnTo>
                    <a:lnTo>
                      <a:pt x="3250816" y="689608"/>
                    </a:lnTo>
                    <a:lnTo>
                      <a:pt x="3250816" y="1049017"/>
                    </a:lnTo>
                    <a:lnTo>
                      <a:pt x="3250816" y="1064892"/>
                    </a:lnTo>
                    <a:lnTo>
                      <a:pt x="3250816" y="1426968"/>
                    </a:lnTo>
                    <a:lnTo>
                      <a:pt x="3269358" y="1426968"/>
                    </a:lnTo>
                    <a:lnTo>
                      <a:pt x="3269358" y="1419094"/>
                    </a:lnTo>
                    <a:cubicBezTo>
                      <a:pt x="3269358" y="1406775"/>
                      <a:pt x="3272025" y="1381248"/>
                      <a:pt x="3277232" y="1342513"/>
                    </a:cubicBezTo>
                    <a:cubicBezTo>
                      <a:pt x="3282439" y="1303778"/>
                      <a:pt x="3296663" y="1263646"/>
                      <a:pt x="3319523" y="1222244"/>
                    </a:cubicBezTo>
                    <a:cubicBezTo>
                      <a:pt x="3342383" y="1180842"/>
                      <a:pt x="3376292" y="1144267"/>
                      <a:pt x="3421250" y="1112644"/>
                    </a:cubicBezTo>
                    <a:cubicBezTo>
                      <a:pt x="3466208" y="1081021"/>
                      <a:pt x="3528311" y="1065019"/>
                      <a:pt x="3607559" y="1065019"/>
                    </a:cubicBezTo>
                    <a:lnTo>
                      <a:pt x="3626101" y="1065019"/>
                    </a:lnTo>
                    <a:lnTo>
                      <a:pt x="3972302" y="1065019"/>
                    </a:lnTo>
                    <a:lnTo>
                      <a:pt x="3972302" y="1789044"/>
                    </a:lnTo>
                    <a:cubicBezTo>
                      <a:pt x="3970524" y="1797807"/>
                      <a:pt x="3969635" y="1813682"/>
                      <a:pt x="3969635" y="1836669"/>
                    </a:cubicBezTo>
                    <a:cubicBezTo>
                      <a:pt x="3969635" y="1885945"/>
                      <a:pt x="3965698" y="1926458"/>
                      <a:pt x="3957697" y="1958207"/>
                    </a:cubicBezTo>
                    <a:cubicBezTo>
                      <a:pt x="3949696" y="1989957"/>
                      <a:pt x="3936615" y="2015484"/>
                      <a:pt x="3918073" y="2034788"/>
                    </a:cubicBezTo>
                    <a:cubicBezTo>
                      <a:pt x="3899531" y="2054092"/>
                      <a:pt x="3875401" y="2068697"/>
                      <a:pt x="3845429" y="2078349"/>
                    </a:cubicBezTo>
                    <a:cubicBezTo>
                      <a:pt x="3815458" y="2088001"/>
                      <a:pt x="3778501" y="2093843"/>
                      <a:pt x="3734432" y="2095494"/>
                    </a:cubicBezTo>
                    <a:lnTo>
                      <a:pt x="3441062" y="2095494"/>
                    </a:lnTo>
                    <a:cubicBezTo>
                      <a:pt x="3368799" y="2095494"/>
                      <a:pt x="3303648" y="2086731"/>
                      <a:pt x="3245482" y="2069078"/>
                    </a:cubicBezTo>
                    <a:cubicBezTo>
                      <a:pt x="3187316" y="2051425"/>
                      <a:pt x="3135754" y="2028565"/>
                      <a:pt x="3090923" y="2000371"/>
                    </a:cubicBezTo>
                    <a:cubicBezTo>
                      <a:pt x="3046092" y="1972177"/>
                      <a:pt x="3006849" y="1940046"/>
                      <a:pt x="2973321" y="1903979"/>
                    </a:cubicBezTo>
                    <a:cubicBezTo>
                      <a:pt x="2939793" y="1867911"/>
                      <a:pt x="2910838" y="1830446"/>
                      <a:pt x="2886072" y="1791711"/>
                    </a:cubicBezTo>
                    <a:cubicBezTo>
                      <a:pt x="2829685" y="1701922"/>
                      <a:pt x="2790060" y="1599687"/>
                      <a:pt x="2767201" y="1485134"/>
                    </a:cubicBezTo>
                    <a:lnTo>
                      <a:pt x="2748659" y="1485134"/>
                    </a:lnTo>
                    <a:lnTo>
                      <a:pt x="2507994" y="2114036"/>
                    </a:lnTo>
                    <a:lnTo>
                      <a:pt x="2526535" y="2114036"/>
                    </a:lnTo>
                    <a:lnTo>
                      <a:pt x="3649977" y="2114036"/>
                    </a:lnTo>
                    <a:lnTo>
                      <a:pt x="4252718" y="2114036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</p:grpSp>
      <p:sp>
        <p:nvSpPr>
          <p:cNvPr name="Freeform 282" id="282"/>
          <p:cNvSpPr/>
          <p:nvPr/>
        </p:nvSpPr>
        <p:spPr>
          <a:xfrm flipH="false" flipV="false" rot="0">
            <a:off x="13221422" y="9474421"/>
            <a:ext cx="750252" cy="706181"/>
          </a:xfrm>
          <a:custGeom>
            <a:avLst/>
            <a:gdLst/>
            <a:ahLst/>
            <a:cxnLst/>
            <a:rect r="r" b="b" t="t" l="l"/>
            <a:pathLst>
              <a:path h="706181" w="750252">
                <a:moveTo>
                  <a:pt x="0" y="0"/>
                </a:moveTo>
                <a:lnTo>
                  <a:pt x="750252" y="0"/>
                </a:lnTo>
                <a:lnTo>
                  <a:pt x="750252" y="706181"/>
                </a:lnTo>
                <a:lnTo>
                  <a:pt x="0" y="706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9000"/>
            </a:blip>
            <a:stretch>
              <a:fillRect l="-122336" t="-55522" r="-117675" b="-47670"/>
            </a:stretch>
          </a:blipFill>
        </p:spPr>
      </p:sp>
      <p:sp>
        <p:nvSpPr>
          <p:cNvPr name="Freeform 283" id="283"/>
          <p:cNvSpPr/>
          <p:nvPr/>
        </p:nvSpPr>
        <p:spPr>
          <a:xfrm flipH="false" flipV="false" rot="0">
            <a:off x="13418473" y="8640872"/>
            <a:ext cx="2410662" cy="546636"/>
          </a:xfrm>
          <a:custGeom>
            <a:avLst/>
            <a:gdLst/>
            <a:ahLst/>
            <a:cxnLst/>
            <a:rect r="r" b="b" t="t" l="l"/>
            <a:pathLst>
              <a:path h="546636" w="2410662">
                <a:moveTo>
                  <a:pt x="0" y="0"/>
                </a:moveTo>
                <a:lnTo>
                  <a:pt x="2410662" y="0"/>
                </a:lnTo>
                <a:lnTo>
                  <a:pt x="2410662" y="546636"/>
                </a:lnTo>
                <a:lnTo>
                  <a:pt x="0" y="546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4" id="284"/>
          <p:cNvSpPr/>
          <p:nvPr/>
        </p:nvSpPr>
        <p:spPr>
          <a:xfrm flipH="false" flipV="false" rot="0">
            <a:off x="11657040" y="9513700"/>
            <a:ext cx="981188" cy="697833"/>
          </a:xfrm>
          <a:custGeom>
            <a:avLst/>
            <a:gdLst/>
            <a:ahLst/>
            <a:cxnLst/>
            <a:rect r="r" b="b" t="t" l="l"/>
            <a:pathLst>
              <a:path h="697833" w="981188">
                <a:moveTo>
                  <a:pt x="0" y="0"/>
                </a:moveTo>
                <a:lnTo>
                  <a:pt x="981188" y="0"/>
                </a:lnTo>
                <a:lnTo>
                  <a:pt x="981188" y="697833"/>
                </a:lnTo>
                <a:lnTo>
                  <a:pt x="0" y="6978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9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5" id="285"/>
          <p:cNvSpPr/>
          <p:nvPr/>
        </p:nvSpPr>
        <p:spPr>
          <a:xfrm flipH="false" flipV="false" rot="0">
            <a:off x="14457449" y="9496249"/>
            <a:ext cx="890449" cy="758312"/>
          </a:xfrm>
          <a:custGeom>
            <a:avLst/>
            <a:gdLst/>
            <a:ahLst/>
            <a:cxnLst/>
            <a:rect r="r" b="b" t="t" l="l"/>
            <a:pathLst>
              <a:path h="758312" w="890449">
                <a:moveTo>
                  <a:pt x="0" y="0"/>
                </a:moveTo>
                <a:lnTo>
                  <a:pt x="890449" y="0"/>
                </a:lnTo>
                <a:lnTo>
                  <a:pt x="890449" y="758312"/>
                </a:lnTo>
                <a:lnTo>
                  <a:pt x="0" y="7583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9000"/>
            </a:blip>
            <a:stretch>
              <a:fillRect l="-53657" t="-77338" r="-53340" b="-65729"/>
            </a:stretch>
          </a:blipFill>
        </p:spPr>
      </p:sp>
      <p:sp>
        <p:nvSpPr>
          <p:cNvPr name="TextBox 286" id="286"/>
          <p:cNvSpPr txBox="true"/>
          <p:nvPr/>
        </p:nvSpPr>
        <p:spPr>
          <a:xfrm rot="0">
            <a:off x="15829135" y="9647906"/>
            <a:ext cx="2109752" cy="42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b="true" sz="2305">
                <a:solidFill>
                  <a:srgbClr val="000000">
                    <a:alpha val="58824"/>
                  </a:srgbClr>
                </a:solidFill>
                <a:latin typeface="Clash Display Medium"/>
                <a:ea typeface="Clash Display Medium"/>
                <a:cs typeface="Clash Display Medium"/>
                <a:sym typeface="Clash Display Medium"/>
              </a:rPr>
              <a:t>FIT FOOD </a:t>
            </a:r>
            <a:r>
              <a:rPr lang="en-US" b="true" sz="2305">
                <a:solidFill>
                  <a:srgbClr val="000000">
                    <a:alpha val="58824"/>
                  </a:srgbClr>
                </a:solidFill>
                <a:latin typeface="Clash Display Bold"/>
                <a:ea typeface="Clash Display Bold"/>
                <a:cs typeface="Clash Display Bold"/>
                <a:sym typeface="Clash Display Bold"/>
              </a:rPr>
              <a:t>2 GO</a:t>
            </a:r>
          </a:p>
        </p:txBody>
      </p:sp>
      <p:grpSp>
        <p:nvGrpSpPr>
          <p:cNvPr name="Group 287" id="287"/>
          <p:cNvGrpSpPr/>
          <p:nvPr/>
        </p:nvGrpSpPr>
        <p:grpSpPr>
          <a:xfrm rot="0">
            <a:off x="3011133" y="8524396"/>
            <a:ext cx="1303728" cy="606895"/>
            <a:chOff x="0" y="0"/>
            <a:chExt cx="1738304" cy="809193"/>
          </a:xfrm>
        </p:grpSpPr>
        <p:grpSp>
          <p:nvGrpSpPr>
            <p:cNvPr name="Group 288" id="288"/>
            <p:cNvGrpSpPr/>
            <p:nvPr/>
          </p:nvGrpSpPr>
          <p:grpSpPr>
            <a:xfrm rot="0">
              <a:off x="58581" y="636249"/>
              <a:ext cx="327402" cy="118791"/>
              <a:chOff x="0" y="0"/>
              <a:chExt cx="2083981" cy="756133"/>
            </a:xfrm>
          </p:grpSpPr>
          <p:sp>
            <p:nvSpPr>
              <p:cNvPr name="Freeform 289" id="289"/>
              <p:cNvSpPr/>
              <p:nvPr/>
            </p:nvSpPr>
            <p:spPr>
              <a:xfrm flipH="false" flipV="false" rot="0">
                <a:off x="63500" y="72263"/>
                <a:ext cx="521842" cy="611632"/>
              </a:xfrm>
              <a:custGeom>
                <a:avLst/>
                <a:gdLst/>
                <a:ahLst/>
                <a:cxnLst/>
                <a:rect r="r" b="b" t="t" l="l"/>
                <a:pathLst>
                  <a:path h="611632" w="521842">
                    <a:moveTo>
                      <a:pt x="521842" y="516382"/>
                    </a:moveTo>
                    <a:lnTo>
                      <a:pt x="521842" y="611632"/>
                    </a:lnTo>
                    <a:lnTo>
                      <a:pt x="0" y="611632"/>
                    </a:lnTo>
                    <a:lnTo>
                      <a:pt x="0" y="0"/>
                    </a:lnTo>
                    <a:lnTo>
                      <a:pt x="507872" y="0"/>
                    </a:lnTo>
                    <a:lnTo>
                      <a:pt x="507872" y="95250"/>
                    </a:lnTo>
                    <a:lnTo>
                      <a:pt x="129286" y="95250"/>
                    </a:lnTo>
                    <a:lnTo>
                      <a:pt x="129286" y="254254"/>
                    </a:lnTo>
                    <a:lnTo>
                      <a:pt x="465200" y="254254"/>
                    </a:lnTo>
                    <a:lnTo>
                      <a:pt x="465200" y="347726"/>
                    </a:lnTo>
                    <a:lnTo>
                      <a:pt x="129286" y="347726"/>
                    </a:lnTo>
                    <a:lnTo>
                      <a:pt x="129286" y="51638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90" id="290"/>
              <p:cNvSpPr/>
              <p:nvPr/>
            </p:nvSpPr>
            <p:spPr>
              <a:xfrm flipH="false" flipV="false" rot="0">
                <a:off x="670686" y="63500"/>
                <a:ext cx="555624" cy="629285"/>
              </a:xfrm>
              <a:custGeom>
                <a:avLst/>
                <a:gdLst/>
                <a:ahLst/>
                <a:cxnLst/>
                <a:rect r="r" b="b" t="t" l="l"/>
                <a:pathLst>
                  <a:path h="629285" w="555624">
                    <a:moveTo>
                      <a:pt x="126" y="555752"/>
                    </a:moveTo>
                    <a:lnTo>
                      <a:pt x="44830" y="467487"/>
                    </a:lnTo>
                    <a:cubicBezTo>
                      <a:pt x="100456" y="506857"/>
                      <a:pt x="188975" y="534797"/>
                      <a:pt x="274446" y="534797"/>
                    </a:cubicBezTo>
                    <a:cubicBezTo>
                      <a:pt x="382777" y="534797"/>
                      <a:pt x="428496" y="500761"/>
                      <a:pt x="428496" y="455295"/>
                    </a:cubicBezTo>
                    <a:cubicBezTo>
                      <a:pt x="428496" y="323342"/>
                      <a:pt x="14985" y="409829"/>
                      <a:pt x="14985" y="182626"/>
                    </a:cubicBezTo>
                    <a:cubicBezTo>
                      <a:pt x="14985" y="83947"/>
                      <a:pt x="104393" y="0"/>
                      <a:pt x="295274" y="0"/>
                    </a:cubicBezTo>
                    <a:cubicBezTo>
                      <a:pt x="378840" y="0"/>
                      <a:pt x="466215" y="19177"/>
                      <a:pt x="526921" y="54229"/>
                    </a:cubicBezTo>
                    <a:lnTo>
                      <a:pt x="486154" y="142494"/>
                    </a:lnTo>
                    <a:cubicBezTo>
                      <a:pt x="423544" y="110236"/>
                      <a:pt x="354964" y="94488"/>
                      <a:pt x="294258" y="94488"/>
                    </a:cubicBezTo>
                    <a:cubicBezTo>
                      <a:pt x="186943" y="94488"/>
                      <a:pt x="143128" y="131191"/>
                      <a:pt x="143128" y="177546"/>
                    </a:cubicBezTo>
                    <a:cubicBezTo>
                      <a:pt x="143128" y="307721"/>
                      <a:pt x="555623" y="223012"/>
                      <a:pt x="555623" y="447548"/>
                    </a:cubicBezTo>
                    <a:cubicBezTo>
                      <a:pt x="555623" y="545465"/>
                      <a:pt x="465199" y="629285"/>
                      <a:pt x="274319" y="629285"/>
                    </a:cubicBezTo>
                    <a:cubicBezTo>
                      <a:pt x="165988" y="629285"/>
                      <a:pt x="57657" y="599567"/>
                      <a:pt x="0" y="555879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91" id="291"/>
              <p:cNvSpPr/>
              <p:nvPr/>
            </p:nvSpPr>
            <p:spPr>
              <a:xfrm flipH="false" flipV="false" rot="0">
                <a:off x="1255138" y="72263"/>
                <a:ext cx="590422" cy="611632"/>
              </a:xfrm>
              <a:custGeom>
                <a:avLst/>
                <a:gdLst/>
                <a:ahLst/>
                <a:cxnLst/>
                <a:rect r="r" b="b" t="t" l="l"/>
                <a:pathLst>
                  <a:path h="611632" w="590422">
                    <a:moveTo>
                      <a:pt x="230631" y="96139"/>
                    </a:moveTo>
                    <a:lnTo>
                      <a:pt x="0" y="96139"/>
                    </a:lnTo>
                    <a:lnTo>
                      <a:pt x="0" y="0"/>
                    </a:lnTo>
                    <a:lnTo>
                      <a:pt x="590422" y="0"/>
                    </a:lnTo>
                    <a:lnTo>
                      <a:pt x="590422" y="96139"/>
                    </a:lnTo>
                    <a:lnTo>
                      <a:pt x="359790" y="96139"/>
                    </a:lnTo>
                    <a:lnTo>
                      <a:pt x="359790" y="611632"/>
                    </a:lnTo>
                    <a:lnTo>
                      <a:pt x="230631" y="611632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92" id="292"/>
              <p:cNvSpPr/>
              <p:nvPr/>
            </p:nvSpPr>
            <p:spPr>
              <a:xfrm flipH="false" flipV="false" rot="0">
                <a:off x="1857498" y="544957"/>
                <a:ext cx="163068" cy="145034"/>
              </a:xfrm>
              <a:custGeom>
                <a:avLst/>
                <a:gdLst/>
                <a:ahLst/>
                <a:cxnLst/>
                <a:rect r="r" b="b" t="t" l="l"/>
                <a:pathLst>
                  <a:path h="145034" w="163068">
                    <a:moveTo>
                      <a:pt x="0" y="72517"/>
                    </a:moveTo>
                    <a:cubicBezTo>
                      <a:pt x="0" y="28829"/>
                      <a:pt x="36829" y="0"/>
                      <a:pt x="81533" y="0"/>
                    </a:cubicBezTo>
                    <a:cubicBezTo>
                      <a:pt x="126237" y="0"/>
                      <a:pt x="163067" y="28829"/>
                      <a:pt x="163067" y="72517"/>
                    </a:cubicBezTo>
                    <a:cubicBezTo>
                      <a:pt x="163067" y="114427"/>
                      <a:pt x="126237" y="145034"/>
                      <a:pt x="81533" y="145034"/>
                    </a:cubicBezTo>
                    <a:cubicBezTo>
                      <a:pt x="36829" y="145034"/>
                      <a:pt x="0" y="114427"/>
                      <a:pt x="0" y="72517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93" id="293"/>
            <p:cNvGrpSpPr/>
            <p:nvPr/>
          </p:nvGrpSpPr>
          <p:grpSpPr>
            <a:xfrm rot="0">
              <a:off x="19953" y="799920"/>
              <a:ext cx="1718351" cy="9273"/>
              <a:chOff x="0" y="0"/>
              <a:chExt cx="10937672" cy="59030"/>
            </a:xfrm>
          </p:grpSpPr>
          <p:sp>
            <p:nvSpPr>
              <p:cNvPr name="Freeform 294" id="294"/>
              <p:cNvSpPr/>
              <p:nvPr/>
            </p:nvSpPr>
            <p:spPr>
              <a:xfrm flipH="false" flipV="false" rot="0">
                <a:off x="0" y="0"/>
                <a:ext cx="10937621" cy="59055"/>
              </a:xfrm>
              <a:custGeom>
                <a:avLst/>
                <a:gdLst/>
                <a:ahLst/>
                <a:cxnLst/>
                <a:rect r="r" b="b" t="t" l="l"/>
                <a:pathLst>
                  <a:path h="59055" w="10937621">
                    <a:moveTo>
                      <a:pt x="10937621" y="59055"/>
                    </a:moveTo>
                    <a:lnTo>
                      <a:pt x="0" y="59055"/>
                    </a:lnTo>
                    <a:lnTo>
                      <a:pt x="0" y="0"/>
                    </a:lnTo>
                    <a:lnTo>
                      <a:pt x="10937621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  <p:grpSp>
          <p:nvGrpSpPr>
            <p:cNvPr name="Group 295" id="295"/>
            <p:cNvGrpSpPr/>
            <p:nvPr/>
          </p:nvGrpSpPr>
          <p:grpSpPr>
            <a:xfrm rot="0">
              <a:off x="0" y="0"/>
              <a:ext cx="1738304" cy="755040"/>
              <a:chOff x="0" y="0"/>
              <a:chExt cx="11064672" cy="4805985"/>
            </a:xfrm>
          </p:grpSpPr>
          <p:sp>
            <p:nvSpPr>
              <p:cNvPr name="Freeform 296" id="296"/>
              <p:cNvSpPr/>
              <p:nvPr/>
            </p:nvSpPr>
            <p:spPr>
              <a:xfrm flipH="false" flipV="false" rot="0">
                <a:off x="63500" y="124968"/>
                <a:ext cx="3788409" cy="3535930"/>
              </a:xfrm>
              <a:custGeom>
                <a:avLst/>
                <a:gdLst/>
                <a:ahLst/>
                <a:cxnLst/>
                <a:rect r="r" b="b" t="t" l="l"/>
                <a:pathLst>
                  <a:path h="3535930" w="3788409">
                    <a:moveTo>
                      <a:pt x="3788409" y="2819270"/>
                    </a:moveTo>
                    <a:lnTo>
                      <a:pt x="3507613" y="3535930"/>
                    </a:lnTo>
                    <a:lnTo>
                      <a:pt x="0" y="3535930"/>
                    </a:lnTo>
                    <a:lnTo>
                      <a:pt x="0" y="3446395"/>
                    </a:lnTo>
                    <a:lnTo>
                      <a:pt x="1584071" y="716787"/>
                    </a:lnTo>
                    <a:lnTo>
                      <a:pt x="103759" y="716787"/>
                    </a:lnTo>
                    <a:lnTo>
                      <a:pt x="103759" y="0"/>
                    </a:lnTo>
                    <a:lnTo>
                      <a:pt x="2791079" y="0"/>
                    </a:lnTo>
                    <a:lnTo>
                      <a:pt x="2791079" y="89535"/>
                    </a:lnTo>
                    <a:lnTo>
                      <a:pt x="1225804" y="281927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97" id="297"/>
              <p:cNvSpPr/>
              <p:nvPr/>
            </p:nvSpPr>
            <p:spPr>
              <a:xfrm flipH="false" flipV="false" rot="0">
                <a:off x="2755011" y="91948"/>
                <a:ext cx="1797812" cy="2494150"/>
              </a:xfrm>
              <a:custGeom>
                <a:avLst/>
                <a:gdLst/>
                <a:ahLst/>
                <a:cxnLst/>
                <a:rect r="r" b="b" t="t" l="l"/>
                <a:pathLst>
                  <a:path h="2494150" w="1797812">
                    <a:moveTo>
                      <a:pt x="1797811" y="1088389"/>
                    </a:moveTo>
                    <a:lnTo>
                      <a:pt x="1451355" y="1963291"/>
                    </a:lnTo>
                    <a:cubicBezTo>
                      <a:pt x="1324609" y="1643378"/>
                      <a:pt x="1229867" y="1404999"/>
                      <a:pt x="1229867" y="1404999"/>
                    </a:cubicBezTo>
                    <a:lnTo>
                      <a:pt x="800227" y="2494150"/>
                    </a:lnTo>
                    <a:lnTo>
                      <a:pt x="0" y="2494150"/>
                    </a:lnTo>
                    <a:lnTo>
                      <a:pt x="1182623" y="0"/>
                    </a:lnTo>
                    <a:lnTo>
                      <a:pt x="128181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98" id="298"/>
              <p:cNvSpPr/>
              <p:nvPr/>
            </p:nvSpPr>
            <p:spPr>
              <a:xfrm flipH="false" flipV="false" rot="0">
                <a:off x="4426965" y="1686812"/>
                <a:ext cx="1736217" cy="3055617"/>
              </a:xfrm>
              <a:custGeom>
                <a:avLst/>
                <a:gdLst/>
                <a:ahLst/>
                <a:cxnLst/>
                <a:rect r="r" b="b" t="t" l="l"/>
                <a:pathLst>
                  <a:path h="3055617" w="1736217">
                    <a:moveTo>
                      <a:pt x="1736217" y="3055617"/>
                    </a:moveTo>
                    <a:lnTo>
                      <a:pt x="850011" y="3055617"/>
                    </a:lnTo>
                    <a:cubicBezTo>
                      <a:pt x="796798" y="2920870"/>
                      <a:pt x="181991" y="1383537"/>
                      <a:pt x="0" y="924559"/>
                    </a:cubicBezTo>
                    <a:lnTo>
                      <a:pt x="366141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299" id="299"/>
              <p:cNvSpPr/>
              <p:nvPr/>
            </p:nvSpPr>
            <p:spPr>
              <a:xfrm flipH="false" flipV="false" rot="0">
                <a:off x="8610853" y="125095"/>
                <a:ext cx="2390267" cy="3535803"/>
              </a:xfrm>
              <a:custGeom>
                <a:avLst/>
                <a:gdLst/>
                <a:ahLst/>
                <a:cxnLst/>
                <a:rect r="r" b="b" t="t" l="l"/>
                <a:pathLst>
                  <a:path h="3535803" w="2390267">
                    <a:moveTo>
                      <a:pt x="782701" y="716533"/>
                    </a:moveTo>
                    <a:lnTo>
                      <a:pt x="0" y="716533"/>
                    </a:lnTo>
                    <a:lnTo>
                      <a:pt x="0" y="0"/>
                    </a:lnTo>
                    <a:lnTo>
                      <a:pt x="2390266" y="0"/>
                    </a:lnTo>
                    <a:lnTo>
                      <a:pt x="2390266" y="716533"/>
                    </a:lnTo>
                    <a:lnTo>
                      <a:pt x="1607692" y="716533"/>
                    </a:lnTo>
                    <a:lnTo>
                      <a:pt x="1607692" y="3535803"/>
                    </a:lnTo>
                    <a:lnTo>
                      <a:pt x="782701" y="3535803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0" id="300"/>
              <p:cNvSpPr/>
              <p:nvPr/>
            </p:nvSpPr>
            <p:spPr>
              <a:xfrm flipH="false" flipV="false" rot="0">
                <a:off x="5908323" y="63478"/>
                <a:ext cx="2331895" cy="3598297"/>
              </a:xfrm>
              <a:custGeom>
                <a:avLst/>
                <a:gdLst/>
                <a:ahLst/>
                <a:cxnLst/>
                <a:rect r="r" b="b" t="t" l="l"/>
                <a:pathLst>
                  <a:path h="3598297" w="2331895">
                    <a:moveTo>
                      <a:pt x="796514" y="966872"/>
                    </a:moveTo>
                    <a:cubicBezTo>
                      <a:pt x="788640" y="551709"/>
                      <a:pt x="1753713" y="687091"/>
                      <a:pt x="2027652" y="761894"/>
                    </a:cubicBezTo>
                    <a:lnTo>
                      <a:pt x="2027652" y="69618"/>
                    </a:lnTo>
                    <a:cubicBezTo>
                      <a:pt x="1635603" y="-2645"/>
                      <a:pt x="1155416" y="-38332"/>
                      <a:pt x="760700" y="61490"/>
                    </a:cubicBezTo>
                    <a:cubicBezTo>
                      <a:pt x="321026" y="172615"/>
                      <a:pt x="-12349" y="452014"/>
                      <a:pt x="351" y="1036087"/>
                    </a:cubicBezTo>
                    <a:cubicBezTo>
                      <a:pt x="351" y="2200803"/>
                      <a:pt x="1535273" y="2042815"/>
                      <a:pt x="1535273" y="2580786"/>
                    </a:cubicBezTo>
                    <a:cubicBezTo>
                      <a:pt x="1569563" y="3109106"/>
                      <a:pt x="389479" y="2869711"/>
                      <a:pt x="182977" y="2714009"/>
                    </a:cubicBezTo>
                    <a:lnTo>
                      <a:pt x="182977" y="3478421"/>
                    </a:lnTo>
                    <a:cubicBezTo>
                      <a:pt x="992729" y="3735088"/>
                      <a:pt x="2393666" y="3654189"/>
                      <a:pt x="2329784" y="2486933"/>
                    </a:cubicBezTo>
                    <a:cubicBezTo>
                      <a:pt x="2349978" y="1745635"/>
                      <a:pt x="1576675" y="1521607"/>
                      <a:pt x="1027782" y="1265702"/>
                    </a:cubicBezTo>
                    <a:cubicBezTo>
                      <a:pt x="912720" y="1204869"/>
                      <a:pt x="801340" y="1104413"/>
                      <a:pt x="796514" y="966872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1" id="301"/>
              <p:cNvSpPr/>
              <p:nvPr/>
            </p:nvSpPr>
            <p:spPr>
              <a:xfrm flipH="false" flipV="false" rot="0">
                <a:off x="2342515" y="4122035"/>
                <a:ext cx="276225" cy="611631"/>
              </a:xfrm>
              <a:custGeom>
                <a:avLst/>
                <a:gdLst/>
                <a:ahLst/>
                <a:cxnLst/>
                <a:rect r="r" b="b" t="t" l="l"/>
                <a:pathLst>
                  <a:path h="611631" w="276225">
                    <a:moveTo>
                      <a:pt x="276225" y="0"/>
                    </a:moveTo>
                    <a:lnTo>
                      <a:pt x="276225" y="611631"/>
                    </a:lnTo>
                    <a:lnTo>
                      <a:pt x="147066" y="611631"/>
                    </a:lnTo>
                    <a:lnTo>
                      <a:pt x="147066" y="95250"/>
                    </a:lnTo>
                    <a:lnTo>
                      <a:pt x="0" y="95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2" id="302"/>
              <p:cNvSpPr/>
              <p:nvPr/>
            </p:nvSpPr>
            <p:spPr>
              <a:xfrm flipH="false" flipV="false" rot="0">
                <a:off x="2737103" y="4113272"/>
                <a:ext cx="555625" cy="629157"/>
              </a:xfrm>
              <a:custGeom>
                <a:avLst/>
                <a:gdLst/>
                <a:ahLst/>
                <a:cxnLst/>
                <a:rect r="r" b="b" t="t" l="l"/>
                <a:pathLst>
                  <a:path h="629157" w="555625">
                    <a:moveTo>
                      <a:pt x="405512" y="192277"/>
                    </a:moveTo>
                    <a:cubicBezTo>
                      <a:pt x="405512" y="134619"/>
                      <a:pt x="353822" y="89154"/>
                      <a:pt x="261366" y="89154"/>
                    </a:cubicBezTo>
                    <a:cubicBezTo>
                      <a:pt x="180849" y="89154"/>
                      <a:pt x="125222" y="129285"/>
                      <a:pt x="125222" y="193166"/>
                    </a:cubicBezTo>
                    <a:cubicBezTo>
                      <a:pt x="125222" y="257047"/>
                      <a:pt x="179833" y="297179"/>
                      <a:pt x="264415" y="297179"/>
                    </a:cubicBezTo>
                    <a:cubicBezTo>
                      <a:pt x="347981" y="297179"/>
                      <a:pt x="405512" y="252602"/>
                      <a:pt x="405512" y="192277"/>
                    </a:cubicBezTo>
                    <a:moveTo>
                      <a:pt x="555625" y="304164"/>
                    </a:moveTo>
                    <a:cubicBezTo>
                      <a:pt x="555625" y="513841"/>
                      <a:pt x="416434" y="629157"/>
                      <a:pt x="214631" y="629157"/>
                    </a:cubicBezTo>
                    <a:cubicBezTo>
                      <a:pt x="145035" y="629157"/>
                      <a:pt x="78487" y="616076"/>
                      <a:pt x="31750" y="589787"/>
                    </a:cubicBezTo>
                    <a:lnTo>
                      <a:pt x="79503" y="504189"/>
                    </a:lnTo>
                    <a:cubicBezTo>
                      <a:pt x="117222" y="526033"/>
                      <a:pt x="162941" y="533907"/>
                      <a:pt x="211710" y="533907"/>
                    </a:cubicBezTo>
                    <a:cubicBezTo>
                      <a:pt x="342900" y="533907"/>
                      <a:pt x="425450" y="462279"/>
                      <a:pt x="425450" y="323341"/>
                    </a:cubicBezTo>
                    <a:lnTo>
                      <a:pt x="425450" y="322452"/>
                    </a:lnTo>
                    <a:cubicBezTo>
                      <a:pt x="383668" y="365251"/>
                      <a:pt x="317119" y="386206"/>
                      <a:pt x="239522" y="386206"/>
                    </a:cubicBezTo>
                    <a:cubicBezTo>
                      <a:pt x="102363" y="386206"/>
                      <a:pt x="0" y="312800"/>
                      <a:pt x="0" y="198373"/>
                    </a:cubicBezTo>
                    <a:cubicBezTo>
                      <a:pt x="0" y="76962"/>
                      <a:pt x="112269" y="0"/>
                      <a:pt x="254509" y="0"/>
                    </a:cubicBezTo>
                    <a:cubicBezTo>
                      <a:pt x="444374" y="0"/>
                      <a:pt x="555625" y="107442"/>
                      <a:pt x="555625" y="304037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3" id="303"/>
              <p:cNvSpPr/>
              <p:nvPr/>
            </p:nvSpPr>
            <p:spPr>
              <a:xfrm flipH="false" flipV="false" rot="0">
                <a:off x="3380105" y="4113399"/>
                <a:ext cx="555625" cy="629157"/>
              </a:xfrm>
              <a:custGeom>
                <a:avLst/>
                <a:gdLst/>
                <a:ahLst/>
                <a:cxnLst/>
                <a:rect r="r" b="b" t="t" l="l"/>
                <a:pathLst>
                  <a:path h="629157" w="555625">
                    <a:moveTo>
                      <a:pt x="430403" y="435990"/>
                    </a:moveTo>
                    <a:cubicBezTo>
                      <a:pt x="430403" y="372237"/>
                      <a:pt x="375793" y="331977"/>
                      <a:pt x="291211" y="331977"/>
                    </a:cubicBezTo>
                    <a:cubicBezTo>
                      <a:pt x="207772" y="331977"/>
                      <a:pt x="150114" y="376554"/>
                      <a:pt x="150114" y="436879"/>
                    </a:cubicBezTo>
                    <a:cubicBezTo>
                      <a:pt x="150114" y="494537"/>
                      <a:pt x="201803" y="540003"/>
                      <a:pt x="294259" y="540003"/>
                    </a:cubicBezTo>
                    <a:cubicBezTo>
                      <a:pt x="374777" y="540003"/>
                      <a:pt x="430403" y="499744"/>
                      <a:pt x="430403" y="435990"/>
                    </a:cubicBezTo>
                    <a:moveTo>
                      <a:pt x="555625" y="430783"/>
                    </a:moveTo>
                    <a:cubicBezTo>
                      <a:pt x="555625" y="552195"/>
                      <a:pt x="443357" y="629157"/>
                      <a:pt x="301117" y="629157"/>
                    </a:cubicBezTo>
                    <a:cubicBezTo>
                      <a:pt x="111252" y="629157"/>
                      <a:pt x="0" y="521715"/>
                      <a:pt x="0" y="324992"/>
                    </a:cubicBezTo>
                    <a:cubicBezTo>
                      <a:pt x="0" y="115315"/>
                      <a:pt x="139192" y="0"/>
                      <a:pt x="340868" y="0"/>
                    </a:cubicBezTo>
                    <a:cubicBezTo>
                      <a:pt x="410464" y="0"/>
                      <a:pt x="477012" y="13081"/>
                      <a:pt x="523748" y="39370"/>
                    </a:cubicBezTo>
                    <a:lnTo>
                      <a:pt x="475996" y="124967"/>
                    </a:lnTo>
                    <a:cubicBezTo>
                      <a:pt x="438277" y="103124"/>
                      <a:pt x="392557" y="95250"/>
                      <a:pt x="343789" y="95250"/>
                    </a:cubicBezTo>
                    <a:cubicBezTo>
                      <a:pt x="212598" y="95250"/>
                      <a:pt x="130048" y="166877"/>
                      <a:pt x="130048" y="305815"/>
                    </a:cubicBezTo>
                    <a:lnTo>
                      <a:pt x="130048" y="306704"/>
                    </a:lnTo>
                    <a:cubicBezTo>
                      <a:pt x="171831" y="263906"/>
                      <a:pt x="238379" y="242950"/>
                      <a:pt x="315976" y="242950"/>
                    </a:cubicBezTo>
                    <a:cubicBezTo>
                      <a:pt x="453136" y="242950"/>
                      <a:pt x="555498" y="316356"/>
                      <a:pt x="555498" y="430783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4" id="304"/>
              <p:cNvSpPr/>
              <p:nvPr/>
            </p:nvSpPr>
            <p:spPr>
              <a:xfrm flipH="false" flipV="false" rot="0">
                <a:off x="3972432" y="4122162"/>
                <a:ext cx="536829" cy="620267"/>
              </a:xfrm>
              <a:custGeom>
                <a:avLst/>
                <a:gdLst/>
                <a:ahLst/>
                <a:cxnLst/>
                <a:rect r="r" b="b" t="t" l="l"/>
                <a:pathLst>
                  <a:path h="620267" w="536829">
                    <a:moveTo>
                      <a:pt x="536702" y="423671"/>
                    </a:moveTo>
                    <a:cubicBezTo>
                      <a:pt x="536702" y="531113"/>
                      <a:pt x="448183" y="620267"/>
                      <a:pt x="261366" y="620267"/>
                    </a:cubicBezTo>
                    <a:cubicBezTo>
                      <a:pt x="162941" y="620267"/>
                      <a:pt x="63500" y="594105"/>
                      <a:pt x="0" y="549528"/>
                    </a:cubicBezTo>
                    <a:lnTo>
                      <a:pt x="54610" y="461263"/>
                    </a:lnTo>
                    <a:cubicBezTo>
                      <a:pt x="105283" y="497966"/>
                      <a:pt x="180848" y="521588"/>
                      <a:pt x="259334" y="521588"/>
                    </a:cubicBezTo>
                    <a:cubicBezTo>
                      <a:pt x="351790" y="521588"/>
                      <a:pt x="406400" y="485774"/>
                      <a:pt x="406400" y="428116"/>
                    </a:cubicBezTo>
                    <a:cubicBezTo>
                      <a:pt x="406400" y="369569"/>
                      <a:pt x="363728" y="332866"/>
                      <a:pt x="219583" y="332866"/>
                    </a:cubicBezTo>
                    <a:lnTo>
                      <a:pt x="51689" y="332866"/>
                    </a:lnTo>
                    <a:lnTo>
                      <a:pt x="87503" y="0"/>
                    </a:lnTo>
                    <a:lnTo>
                      <a:pt x="496062" y="0"/>
                    </a:lnTo>
                    <a:lnTo>
                      <a:pt x="496062" y="95250"/>
                    </a:lnTo>
                    <a:lnTo>
                      <a:pt x="196850" y="95250"/>
                    </a:lnTo>
                    <a:lnTo>
                      <a:pt x="181991" y="236854"/>
                    </a:lnTo>
                    <a:lnTo>
                      <a:pt x="248539" y="236854"/>
                    </a:lnTo>
                    <a:cubicBezTo>
                      <a:pt x="454279" y="236854"/>
                      <a:pt x="536829" y="315468"/>
                      <a:pt x="536829" y="423799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5" id="305"/>
              <p:cNvSpPr/>
              <p:nvPr/>
            </p:nvSpPr>
            <p:spPr>
              <a:xfrm flipH="false" flipV="false" rot="0">
                <a:off x="7915146" y="4072124"/>
                <a:ext cx="662686" cy="658875"/>
              </a:xfrm>
              <a:custGeom>
                <a:avLst/>
                <a:gdLst/>
                <a:ahLst/>
                <a:cxnLst/>
                <a:rect r="r" b="b" t="t" l="l"/>
                <a:pathLst>
                  <a:path h="658875" w="662686">
                    <a:moveTo>
                      <a:pt x="431165" y="533780"/>
                    </a:moveTo>
                    <a:cubicBezTo>
                      <a:pt x="561975" y="533780"/>
                      <a:pt x="647700" y="455676"/>
                      <a:pt x="647700" y="329565"/>
                    </a:cubicBezTo>
                    <a:cubicBezTo>
                      <a:pt x="647700" y="203453"/>
                      <a:pt x="561975" y="125222"/>
                      <a:pt x="431165" y="125222"/>
                    </a:cubicBezTo>
                    <a:lnTo>
                      <a:pt x="291846" y="125222"/>
                    </a:lnTo>
                    <a:lnTo>
                      <a:pt x="291846" y="533780"/>
                    </a:lnTo>
                    <a:close/>
                    <a:moveTo>
                      <a:pt x="0" y="0"/>
                    </a:moveTo>
                    <a:lnTo>
                      <a:pt x="299339" y="0"/>
                    </a:lnTo>
                    <a:cubicBezTo>
                      <a:pt x="514858" y="0"/>
                      <a:pt x="662686" y="129921"/>
                      <a:pt x="662686" y="329438"/>
                    </a:cubicBezTo>
                    <a:cubicBezTo>
                      <a:pt x="662686" y="528954"/>
                      <a:pt x="514858" y="658875"/>
                      <a:pt x="299339" y="658875"/>
                    </a:cubicBezTo>
                    <a:lnTo>
                      <a:pt x="139320" y="658875"/>
                    </a:lnTo>
                    <a:close/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6" id="306"/>
              <p:cNvSpPr/>
              <p:nvPr/>
            </p:nvSpPr>
            <p:spPr>
              <a:xfrm flipH="false" flipV="false" rot="0">
                <a:off x="8799320" y="4556120"/>
                <a:ext cx="182626" cy="182625"/>
              </a:xfrm>
              <a:custGeom>
                <a:avLst/>
                <a:gdLst/>
                <a:ahLst/>
                <a:cxnLst/>
                <a:rect r="r" b="b" t="t" l="l"/>
                <a:pathLst>
                  <a:path h="182625" w="182626">
                    <a:moveTo>
                      <a:pt x="0" y="90297"/>
                    </a:moveTo>
                    <a:cubicBezTo>
                      <a:pt x="0" y="35687"/>
                      <a:pt x="40513" y="0"/>
                      <a:pt x="91313" y="0"/>
                    </a:cubicBezTo>
                    <a:cubicBezTo>
                      <a:pt x="142113" y="0"/>
                      <a:pt x="182626" y="35814"/>
                      <a:pt x="182626" y="90297"/>
                    </a:cubicBezTo>
                    <a:cubicBezTo>
                      <a:pt x="182626" y="144018"/>
                      <a:pt x="142113" y="182626"/>
                      <a:pt x="91313" y="182626"/>
                    </a:cubicBezTo>
                    <a:cubicBezTo>
                      <a:pt x="40513" y="182626"/>
                      <a:pt x="0" y="144018"/>
                      <a:pt x="0" y="90297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7" id="307"/>
              <p:cNvSpPr/>
              <p:nvPr/>
            </p:nvSpPr>
            <p:spPr>
              <a:xfrm flipH="false" flipV="false" rot="0">
                <a:off x="9034906" y="4060948"/>
                <a:ext cx="721106" cy="681481"/>
              </a:xfrm>
              <a:custGeom>
                <a:avLst/>
                <a:gdLst/>
                <a:ahLst/>
                <a:cxnLst/>
                <a:rect r="r" b="b" t="t" l="l"/>
                <a:pathLst>
                  <a:path h="681481" w="721106">
                    <a:moveTo>
                      <a:pt x="566674" y="340740"/>
                    </a:moveTo>
                    <a:cubicBezTo>
                      <a:pt x="566674" y="215518"/>
                      <a:pt x="478155" y="129921"/>
                      <a:pt x="360553" y="129921"/>
                    </a:cubicBezTo>
                    <a:cubicBezTo>
                      <a:pt x="242951" y="129921"/>
                      <a:pt x="154432" y="215645"/>
                      <a:pt x="154432" y="340740"/>
                    </a:cubicBezTo>
                    <a:cubicBezTo>
                      <a:pt x="154432" y="465835"/>
                      <a:pt x="242951" y="551560"/>
                      <a:pt x="360553" y="551560"/>
                    </a:cubicBezTo>
                    <a:cubicBezTo>
                      <a:pt x="478155" y="551560"/>
                      <a:pt x="566674" y="465835"/>
                      <a:pt x="566674" y="340740"/>
                    </a:cubicBezTo>
                    <a:moveTo>
                      <a:pt x="0" y="340740"/>
                    </a:moveTo>
                    <a:cubicBezTo>
                      <a:pt x="0" y="144907"/>
                      <a:pt x="152527" y="0"/>
                      <a:pt x="360553" y="0"/>
                    </a:cubicBezTo>
                    <a:cubicBezTo>
                      <a:pt x="567690" y="0"/>
                      <a:pt x="721105" y="144018"/>
                      <a:pt x="721105" y="340740"/>
                    </a:cubicBezTo>
                    <a:cubicBezTo>
                      <a:pt x="721105" y="537463"/>
                      <a:pt x="567690" y="681481"/>
                      <a:pt x="360553" y="681481"/>
                    </a:cubicBezTo>
                    <a:cubicBezTo>
                      <a:pt x="152527" y="681481"/>
                      <a:pt x="0" y="536447"/>
                      <a:pt x="0" y="34074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8" id="308"/>
              <p:cNvSpPr/>
              <p:nvPr/>
            </p:nvSpPr>
            <p:spPr>
              <a:xfrm flipH="false" flipV="false" rot="0">
                <a:off x="9808970" y="4556120"/>
                <a:ext cx="182626" cy="182625"/>
              </a:xfrm>
              <a:custGeom>
                <a:avLst/>
                <a:gdLst/>
                <a:ahLst/>
                <a:cxnLst/>
                <a:rect r="r" b="b" t="t" l="l"/>
                <a:pathLst>
                  <a:path h="182625" w="182626">
                    <a:moveTo>
                      <a:pt x="0" y="90297"/>
                    </a:moveTo>
                    <a:cubicBezTo>
                      <a:pt x="0" y="35687"/>
                      <a:pt x="40513" y="0"/>
                      <a:pt x="91313" y="0"/>
                    </a:cubicBezTo>
                    <a:cubicBezTo>
                      <a:pt x="142113" y="0"/>
                      <a:pt x="182626" y="35814"/>
                      <a:pt x="182626" y="90297"/>
                    </a:cubicBezTo>
                    <a:cubicBezTo>
                      <a:pt x="182626" y="144018"/>
                      <a:pt x="142113" y="182626"/>
                      <a:pt x="91313" y="182626"/>
                    </a:cubicBezTo>
                    <a:cubicBezTo>
                      <a:pt x="40513" y="182626"/>
                      <a:pt x="0" y="144018"/>
                      <a:pt x="0" y="90297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09" id="309"/>
              <p:cNvSpPr/>
              <p:nvPr/>
            </p:nvSpPr>
            <p:spPr>
              <a:xfrm flipH="false" flipV="false" rot="0">
                <a:off x="10044556" y="4060948"/>
                <a:ext cx="721106" cy="681481"/>
              </a:xfrm>
              <a:custGeom>
                <a:avLst/>
                <a:gdLst/>
                <a:ahLst/>
                <a:cxnLst/>
                <a:rect r="r" b="b" t="t" l="l"/>
                <a:pathLst>
                  <a:path h="681481" w="721106">
                    <a:moveTo>
                      <a:pt x="566674" y="340740"/>
                    </a:moveTo>
                    <a:cubicBezTo>
                      <a:pt x="566674" y="215518"/>
                      <a:pt x="478155" y="129921"/>
                      <a:pt x="360553" y="129921"/>
                    </a:cubicBezTo>
                    <a:cubicBezTo>
                      <a:pt x="242951" y="129921"/>
                      <a:pt x="154432" y="215645"/>
                      <a:pt x="154432" y="340740"/>
                    </a:cubicBezTo>
                    <a:cubicBezTo>
                      <a:pt x="154432" y="465835"/>
                      <a:pt x="242951" y="551560"/>
                      <a:pt x="360553" y="551560"/>
                    </a:cubicBezTo>
                    <a:cubicBezTo>
                      <a:pt x="478155" y="551560"/>
                      <a:pt x="566674" y="465835"/>
                      <a:pt x="566674" y="340740"/>
                    </a:cubicBezTo>
                    <a:moveTo>
                      <a:pt x="0" y="340740"/>
                    </a:moveTo>
                    <a:cubicBezTo>
                      <a:pt x="0" y="144907"/>
                      <a:pt x="152527" y="0"/>
                      <a:pt x="360553" y="0"/>
                    </a:cubicBezTo>
                    <a:cubicBezTo>
                      <a:pt x="567690" y="0"/>
                      <a:pt x="721105" y="144018"/>
                      <a:pt x="721105" y="340740"/>
                    </a:cubicBezTo>
                    <a:cubicBezTo>
                      <a:pt x="721105" y="537463"/>
                      <a:pt x="567690" y="681481"/>
                      <a:pt x="360553" y="681481"/>
                    </a:cubicBezTo>
                    <a:cubicBezTo>
                      <a:pt x="152527" y="681481"/>
                      <a:pt x="0" y="536447"/>
                      <a:pt x="0" y="340740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  <p:sp>
            <p:nvSpPr>
              <p:cNvPr name="Freeform 310" id="310"/>
              <p:cNvSpPr/>
              <p:nvPr/>
            </p:nvSpPr>
            <p:spPr>
              <a:xfrm flipH="false" flipV="false" rot="0">
                <a:off x="10818493" y="4556120"/>
                <a:ext cx="182626" cy="182625"/>
              </a:xfrm>
              <a:custGeom>
                <a:avLst/>
                <a:gdLst/>
                <a:ahLst/>
                <a:cxnLst/>
                <a:rect r="r" b="b" t="t" l="l"/>
                <a:pathLst>
                  <a:path h="182625" w="182626">
                    <a:moveTo>
                      <a:pt x="0" y="90297"/>
                    </a:moveTo>
                    <a:cubicBezTo>
                      <a:pt x="0" y="35687"/>
                      <a:pt x="40513" y="0"/>
                      <a:pt x="91313" y="0"/>
                    </a:cubicBezTo>
                    <a:cubicBezTo>
                      <a:pt x="142113" y="0"/>
                      <a:pt x="182626" y="35814"/>
                      <a:pt x="182626" y="90297"/>
                    </a:cubicBezTo>
                    <a:cubicBezTo>
                      <a:pt x="182626" y="144018"/>
                      <a:pt x="142113" y="182626"/>
                      <a:pt x="91313" y="182626"/>
                    </a:cubicBezTo>
                    <a:cubicBezTo>
                      <a:pt x="40513" y="182626"/>
                      <a:pt x="0" y="144018"/>
                      <a:pt x="0" y="90297"/>
                    </a:cubicBezTo>
                  </a:path>
                </a:pathLst>
              </a:custGeom>
              <a:solidFill>
                <a:srgbClr val="000000">
                  <a:alpha val="58824"/>
                </a:srgbClr>
              </a:solidFill>
            </p:spPr>
          </p:sp>
        </p:grpSp>
      </p:grpSp>
      <p:sp>
        <p:nvSpPr>
          <p:cNvPr name="TextBox 311" id="311"/>
          <p:cNvSpPr txBox="true"/>
          <p:nvPr/>
        </p:nvSpPr>
        <p:spPr>
          <a:xfrm rot="0">
            <a:off x="1028700" y="7501497"/>
            <a:ext cx="4747190" cy="49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  <a:spcBef>
                <a:spcPct val="0"/>
              </a:spcBef>
            </a:pPr>
            <a:r>
              <a:rPr lang="en-US" b="true" sz="311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NAŠI KLIJENTI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501562" y="0"/>
            <a:ext cx="5786438" cy="10287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2064490"/>
            <a:ext cx="11222899" cy="2704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22"/>
              </a:lnSpc>
            </a:pPr>
            <a:r>
              <a:rPr lang="en-US" b="true" sz="10332" spc="-413">
                <a:solidFill>
                  <a:srgbClr val="FFFCAF"/>
                </a:solidFill>
                <a:latin typeface="Poppins Bold"/>
                <a:ea typeface="Poppins Bold"/>
                <a:cs typeface="Poppins Bold"/>
                <a:sym typeface="Poppins Bold"/>
              </a:rPr>
              <a:t>DRUŠTVENE MREŽE I SADRŽAJ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740832"/>
            <a:ext cx="10405039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Krei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ramo sadržaj i komunikaciju koja gradi prepoznatljivost brenda i povezuje ga s pravom publikom kroz strateško vođenje društvenih mreža, content planiranje, 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oto i video produkciju, 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eels i TikTok sadržaj, copywriting, 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ommunity management i 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nfluencer suradnje.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9017" y="5268582"/>
            <a:ext cx="5450866" cy="4398845"/>
          </a:xfrm>
          <a:custGeom>
            <a:avLst/>
            <a:gdLst/>
            <a:ahLst/>
            <a:cxnLst/>
            <a:rect r="r" b="b" t="t" l="l"/>
            <a:pathLst>
              <a:path h="4398845" w="5450866">
                <a:moveTo>
                  <a:pt x="0" y="0"/>
                </a:moveTo>
                <a:lnTo>
                  <a:pt x="5450866" y="0"/>
                </a:lnTo>
                <a:lnTo>
                  <a:pt x="5450866" y="4398844"/>
                </a:lnTo>
                <a:lnTo>
                  <a:pt x="0" y="439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13" t="-53090" r="-802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0298" y="5268582"/>
            <a:ext cx="5458685" cy="4398845"/>
          </a:xfrm>
          <a:custGeom>
            <a:avLst/>
            <a:gdLst/>
            <a:ahLst/>
            <a:cxnLst/>
            <a:rect r="r" b="b" t="t" l="l"/>
            <a:pathLst>
              <a:path h="4398845" w="5458685">
                <a:moveTo>
                  <a:pt x="0" y="0"/>
                </a:moveTo>
                <a:lnTo>
                  <a:pt x="5458685" y="0"/>
                </a:lnTo>
                <a:lnTo>
                  <a:pt x="5458685" y="4398844"/>
                </a:lnTo>
                <a:lnTo>
                  <a:pt x="0" y="43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370" t="-53090" r="-8015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95147" y="1509785"/>
            <a:ext cx="5875639" cy="330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711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</a:t>
            </a:r>
            <a:r>
              <a:rPr lang="en-US" sz="2711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ramo i vodimo digitalne kampanje prilagođene ciljevima, publici i budžetu svakog brenda kroz Meta i Google oglašavanje, newsletter i email marketing, kontinuiranu optimizaciju kampanja te analizu i izvještavanje rezultata.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3250" y="1343170"/>
            <a:ext cx="8909305" cy="380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534"/>
              </a:lnSpc>
            </a:pPr>
            <a:r>
              <a:rPr lang="en-US" b="true" sz="9931" spc="-397">
                <a:solidFill>
                  <a:srgbClr val="FF3CB4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</a:t>
            </a:r>
            <a:r>
              <a:rPr lang="en-US" b="true" sz="9931" spc="-397">
                <a:solidFill>
                  <a:srgbClr val="FF3CB4"/>
                </a:solidFill>
                <a:latin typeface="Poppins Bold"/>
                <a:ea typeface="Poppins Bold"/>
                <a:cs typeface="Poppins Bold"/>
                <a:sym typeface="Poppins Bold"/>
              </a:rPr>
              <a:t>NI MARKETING I OGLAŠAVANJE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8845" y="1155563"/>
            <a:ext cx="15790309" cy="329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31"/>
              </a:lnSpc>
            </a:pPr>
            <a:r>
              <a:rPr lang="en-US" b="true" sz="14664" spc="-586">
                <a:solidFill>
                  <a:srgbClr val="FFFCAF"/>
                </a:solidFill>
                <a:latin typeface="Poppins Bold"/>
                <a:ea typeface="Poppins Bold"/>
                <a:cs typeface="Poppins Bold"/>
                <a:sym typeface="Poppins Bold"/>
              </a:rPr>
              <a:t>BRENDING I STRATEGIJA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31652" y="4434152"/>
            <a:ext cx="11224697" cy="102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208" spc="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Gradimo prepoznatljiv i dosljedan identitet brenda kroz razvoj strategije, pozicioniranje, vizualni identitet, logo i brand elemente, definiranje tone of voicea te osmišljavanje komunikacijskog koncepta.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05914" y="6059025"/>
            <a:ext cx="12676172" cy="3559602"/>
            <a:chOff x="0" y="0"/>
            <a:chExt cx="34665166" cy="97343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665193" cy="9734392"/>
            </a:xfrm>
            <a:custGeom>
              <a:avLst/>
              <a:gdLst/>
              <a:ahLst/>
              <a:cxnLst/>
              <a:rect r="r" b="b" t="t" l="l"/>
              <a:pathLst>
                <a:path h="9734392" w="34665193">
                  <a:moveTo>
                    <a:pt x="0" y="0"/>
                  </a:moveTo>
                  <a:lnTo>
                    <a:pt x="34665193" y="0"/>
                  </a:lnTo>
                  <a:lnTo>
                    <a:pt x="34665193" y="9734392"/>
                  </a:lnTo>
                  <a:lnTo>
                    <a:pt x="0" y="9734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8794" r="0" b="-68793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59592" y="0"/>
            <a:ext cx="6228408" cy="10287000"/>
          </a:xfrm>
          <a:custGeom>
            <a:avLst/>
            <a:gdLst/>
            <a:ahLst/>
            <a:cxnLst/>
            <a:rect r="r" b="b" t="t" l="l"/>
            <a:pathLst>
              <a:path h="10287000" w="6228408">
                <a:moveTo>
                  <a:pt x="0" y="0"/>
                </a:moveTo>
                <a:lnTo>
                  <a:pt x="6228408" y="0"/>
                </a:lnTo>
                <a:lnTo>
                  <a:pt x="62284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28" t="0" r="-1084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024573"/>
            <a:ext cx="6631023" cy="330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Oblikuj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emo vizualnu komunikaciju brenda te planiramo i pronalazimo najbolje oglasne pozicije kroz izradu grafičkih i kampanjskih materijala, planiranje i zakup oglasnog prostora, billboard i citylight oglašavanje, digitalne ekrane, indoor i outdoor kampanje te promotivne materijale.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62050"/>
            <a:ext cx="9104491" cy="389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54"/>
              </a:lnSpc>
            </a:pPr>
            <a:r>
              <a:rPr lang="en-US" b="true" sz="10160" spc="-406">
                <a:solidFill>
                  <a:srgbClr val="FF3CB4"/>
                </a:solidFill>
                <a:latin typeface="Poppins Bold"/>
                <a:ea typeface="Poppins Bold"/>
                <a:cs typeface="Poppins Bold"/>
                <a:sym typeface="Poppins Bold"/>
              </a:rPr>
              <a:t>DIZAJN I MEDIJSKO OGLAŠAVANJE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4478" y="1362847"/>
            <a:ext cx="16539044" cy="239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484"/>
              </a:lnSpc>
            </a:pPr>
            <a:r>
              <a:rPr lang="en-US" b="true" sz="16855" spc="-674">
                <a:solidFill>
                  <a:srgbClr val="FFFCAF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WEB I SEO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27503" y="3249631"/>
            <a:ext cx="1423299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Kreira</a:t>
            </a:r>
            <a:r>
              <a:rPr lang="en-US" sz="2700" spc="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 moderne, funkcionalne i vizualno usklađene web stranice i webshopove te povećavamo njihovu online vidljivost kroz landing stranice, UX/UI dizajn, SEO optimizaciju i uređivanje Google Business profila.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77628" y="4978903"/>
            <a:ext cx="15732744" cy="4116700"/>
            <a:chOff x="0" y="0"/>
            <a:chExt cx="1139202" cy="298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202" cy="298089"/>
            </a:xfrm>
            <a:custGeom>
              <a:avLst/>
              <a:gdLst/>
              <a:ahLst/>
              <a:cxnLst/>
              <a:rect r="r" b="b" t="t" l="l"/>
              <a:pathLst>
                <a:path h="298089" w="1139202">
                  <a:moveTo>
                    <a:pt x="29525" y="0"/>
                  </a:moveTo>
                  <a:lnTo>
                    <a:pt x="1109677" y="0"/>
                  </a:lnTo>
                  <a:cubicBezTo>
                    <a:pt x="1125983" y="0"/>
                    <a:pt x="1139202" y="13219"/>
                    <a:pt x="1139202" y="29525"/>
                  </a:cubicBezTo>
                  <a:lnTo>
                    <a:pt x="1139202" y="268563"/>
                  </a:lnTo>
                  <a:cubicBezTo>
                    <a:pt x="1139202" y="284870"/>
                    <a:pt x="1125983" y="298089"/>
                    <a:pt x="1109677" y="298089"/>
                  </a:cubicBezTo>
                  <a:lnTo>
                    <a:pt x="29525" y="298089"/>
                  </a:lnTo>
                  <a:cubicBezTo>
                    <a:pt x="21695" y="298089"/>
                    <a:pt x="14185" y="294978"/>
                    <a:pt x="8648" y="289441"/>
                  </a:cubicBezTo>
                  <a:cubicBezTo>
                    <a:pt x="3111" y="283904"/>
                    <a:pt x="0" y="276394"/>
                    <a:pt x="0" y="268563"/>
                  </a:cubicBezTo>
                  <a:lnTo>
                    <a:pt x="0" y="29525"/>
                  </a:lnTo>
                  <a:cubicBezTo>
                    <a:pt x="0" y="13219"/>
                    <a:pt x="13219" y="0"/>
                    <a:pt x="2952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6115" r="0" b="-5079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9734" y="1171322"/>
            <a:ext cx="3488722" cy="3935435"/>
          </a:xfrm>
          <a:custGeom>
            <a:avLst/>
            <a:gdLst/>
            <a:ahLst/>
            <a:cxnLst/>
            <a:rect r="r" b="b" t="t" l="l"/>
            <a:pathLst>
              <a:path h="3935435" w="3488722">
                <a:moveTo>
                  <a:pt x="0" y="0"/>
                </a:moveTo>
                <a:lnTo>
                  <a:pt x="3488723" y="0"/>
                </a:lnTo>
                <a:lnTo>
                  <a:pt x="3488723" y="3935434"/>
                </a:lnTo>
                <a:lnTo>
                  <a:pt x="0" y="3935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703" t="0" r="-5150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524365"/>
            <a:ext cx="3488722" cy="3591313"/>
          </a:xfrm>
          <a:custGeom>
            <a:avLst/>
            <a:gdLst/>
            <a:ahLst/>
            <a:cxnLst/>
            <a:rect r="r" b="b" t="t" l="l"/>
            <a:pathLst>
              <a:path h="3591313" w="3488722">
                <a:moveTo>
                  <a:pt x="0" y="0"/>
                </a:moveTo>
                <a:lnTo>
                  <a:pt x="3488722" y="0"/>
                </a:lnTo>
                <a:lnTo>
                  <a:pt x="3488722" y="3591313"/>
                </a:lnTo>
                <a:lnTo>
                  <a:pt x="0" y="3591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773" t="-5651" r="-45433" b="-393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69734" y="5524365"/>
            <a:ext cx="3488722" cy="3591313"/>
          </a:xfrm>
          <a:custGeom>
            <a:avLst/>
            <a:gdLst/>
            <a:ahLst/>
            <a:cxnLst/>
            <a:rect r="r" b="b" t="t" l="l"/>
            <a:pathLst>
              <a:path h="3591313" w="3488722">
                <a:moveTo>
                  <a:pt x="0" y="0"/>
                </a:moveTo>
                <a:lnTo>
                  <a:pt x="3488723" y="0"/>
                </a:lnTo>
                <a:lnTo>
                  <a:pt x="3488723" y="3591313"/>
                </a:lnTo>
                <a:lnTo>
                  <a:pt x="0" y="359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520" r="0" b="-262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7938">
            <a:off x="990780" y="1137229"/>
            <a:ext cx="3564562" cy="3940486"/>
          </a:xfrm>
          <a:custGeom>
            <a:avLst/>
            <a:gdLst/>
            <a:ahLst/>
            <a:cxnLst/>
            <a:rect r="r" b="b" t="t" l="l"/>
            <a:pathLst>
              <a:path h="3940486" w="3564562">
                <a:moveTo>
                  <a:pt x="76521" y="0"/>
                </a:moveTo>
                <a:lnTo>
                  <a:pt x="3564562" y="68942"/>
                </a:lnTo>
                <a:lnTo>
                  <a:pt x="3488041" y="3940487"/>
                </a:lnTo>
                <a:lnTo>
                  <a:pt x="0" y="3871545"/>
                </a:lnTo>
                <a:lnTo>
                  <a:pt x="76521" y="0"/>
                </a:lnTo>
                <a:close/>
              </a:path>
            </a:pathLst>
          </a:custGeom>
          <a:blipFill>
            <a:blip r:embed="rId5"/>
            <a:stretch>
              <a:fillRect l="-12187" t="-117227" r="-18982" b="-4072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799625" y="1028700"/>
            <a:ext cx="7459675" cy="5243648"/>
            <a:chOff x="0" y="0"/>
            <a:chExt cx="9946234" cy="69915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3350"/>
              <a:ext cx="9946234" cy="3581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9754"/>
                </a:lnSpc>
              </a:pPr>
              <a:r>
                <a:rPr lang="en-US" b="true" sz="10160" spc="-406">
                  <a:solidFill>
                    <a:srgbClr val="FF3CB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EVENTI I</a:t>
              </a:r>
            </a:p>
            <a:p>
              <a:pPr algn="r" marL="0" indent="0" lvl="0">
                <a:lnSpc>
                  <a:spcPts val="9754"/>
                </a:lnSpc>
              </a:pPr>
              <a:r>
                <a:rPr lang="en-US" b="true" sz="10160" spc="-406">
                  <a:solidFill>
                    <a:srgbClr val="FF3CB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AKTIVACIJE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49391" y="3686356"/>
              <a:ext cx="9496842" cy="3305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40"/>
                </a:lnSpc>
              </a:pPr>
              <a:r>
                <a:rPr lang="en-US" sz="2700" spc="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Osmišljavamo i realizira</a:t>
              </a:r>
              <a:r>
                <a:rPr lang="en-US" sz="2700" spc="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 događaje koji povezuju brend s publikom kroz organizaciju evenata, otvorenja i promocija, launch događaje, brand aktivacije, influencer suradnje i nagradne igre.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2620" y="4015931"/>
            <a:ext cx="7662759" cy="2255137"/>
            <a:chOff x="0" y="0"/>
            <a:chExt cx="10217012" cy="300684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35430" y="-76200"/>
              <a:ext cx="10081582" cy="27839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9"/>
                </a:lnSpc>
              </a:pPr>
              <a:r>
                <a:rPr lang="en-US" b="true" sz="13399" spc="-92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DeVision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59742"/>
              <a:ext cx="10217012" cy="547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707" spc="171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MARKETING AGENCY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DAHT2_c2k-I</dc:identifier>
  <dcterms:modified xsi:type="dcterms:W3CDTF">2011-08-01T06:04:30Z</dcterms:modified>
  <cp:revision>1</cp:revision>
  <dc:title>Business Marketing</dc:title>
</cp:coreProperties>
</file>